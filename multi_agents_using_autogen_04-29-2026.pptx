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74" r:id="rId9"/>
    <p:sldId id="276" r:id="rId10"/>
    <p:sldId id="285" r:id="rId11"/>
    <p:sldId id="263" r:id="rId12"/>
    <p:sldId id="278" r:id="rId13"/>
    <p:sldId id="277" r:id="rId14"/>
    <p:sldId id="279" r:id="rId15"/>
    <p:sldId id="265" r:id="rId16"/>
    <p:sldId id="280" r:id="rId17"/>
    <p:sldId id="266" r:id="rId18"/>
    <p:sldId id="281" r:id="rId19"/>
    <p:sldId id="267" r:id="rId20"/>
    <p:sldId id="257" r:id="rId21"/>
    <p:sldId id="284" r:id="rId22"/>
    <p:sldId id="283" r:id="rId23"/>
    <p:sldId id="282" r:id="rId24"/>
    <p:sldId id="286" r:id="rId25"/>
    <p:sldId id="28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A771E1-489B-4387-AD09-CBA690F7A43E}" v="27" dt="2026-04-29T12:14:32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07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el Rahhal" userId="afaccfd8e26ace3b" providerId="LiveId" clId="{462B6756-69BB-4E0B-B430-22A60DFF5832}"/>
    <pc:docChg chg="undo redo custSel addSld delSld modSld sldOrd">
      <pc:chgData name="Wael Rahhal" userId="afaccfd8e26ace3b" providerId="LiveId" clId="{462B6756-69BB-4E0B-B430-22A60DFF5832}" dt="2026-04-29T12:14:47.227" v="414" actId="122"/>
      <pc:docMkLst>
        <pc:docMk/>
      </pc:docMkLst>
      <pc:sldChg chg="modSp mod">
        <pc:chgData name="Wael Rahhal" userId="afaccfd8e26ace3b" providerId="LiveId" clId="{462B6756-69BB-4E0B-B430-22A60DFF5832}" dt="2026-04-29T12:14:13.113" v="401" actId="255"/>
        <pc:sldMkLst>
          <pc:docMk/>
          <pc:sldMk cId="3652829102" sldId="256"/>
        </pc:sldMkLst>
        <pc:spChg chg="mod">
          <ac:chgData name="Wael Rahhal" userId="afaccfd8e26ace3b" providerId="LiveId" clId="{462B6756-69BB-4E0B-B430-22A60DFF5832}" dt="2026-04-29T12:13:43.739" v="370" actId="20577"/>
          <ac:spMkLst>
            <pc:docMk/>
            <pc:sldMk cId="3652829102" sldId="256"/>
            <ac:spMk id="2" creationId="{F1A07A18-F089-2E94-44E6-78C1E1CFE204}"/>
          </ac:spMkLst>
        </pc:spChg>
        <pc:spChg chg="mod">
          <ac:chgData name="Wael Rahhal" userId="afaccfd8e26ace3b" providerId="LiveId" clId="{462B6756-69BB-4E0B-B430-22A60DFF5832}" dt="2026-04-29T12:14:13.113" v="401" actId="255"/>
          <ac:spMkLst>
            <pc:docMk/>
            <pc:sldMk cId="3652829102" sldId="256"/>
            <ac:spMk id="3" creationId="{AB919021-B385-7409-402D-5BB8624510E7}"/>
          </ac:spMkLst>
        </pc:spChg>
      </pc:sldChg>
      <pc:sldChg chg="add ord">
        <pc:chgData name="Wael Rahhal" userId="afaccfd8e26ace3b" providerId="LiveId" clId="{462B6756-69BB-4E0B-B430-22A60DFF5832}" dt="2026-04-28T15:03:24.198" v="150"/>
        <pc:sldMkLst>
          <pc:docMk/>
          <pc:sldMk cId="1078732269" sldId="257"/>
        </pc:sldMkLst>
      </pc:sldChg>
      <pc:sldChg chg="delSp modSp mod">
        <pc:chgData name="Wael Rahhal" userId="afaccfd8e26ace3b" providerId="LiveId" clId="{462B6756-69BB-4E0B-B430-22A60DFF5832}" dt="2026-04-29T07:31:53.212" v="366" actId="1036"/>
        <pc:sldMkLst>
          <pc:docMk/>
          <pc:sldMk cId="0" sldId="258"/>
        </pc:sldMkLst>
        <pc:spChg chg="mod">
          <ac:chgData name="Wael Rahhal" userId="afaccfd8e26ace3b" providerId="LiveId" clId="{462B6756-69BB-4E0B-B430-22A60DFF5832}" dt="2026-04-29T07:31:53.212" v="366" actId="1036"/>
          <ac:spMkLst>
            <pc:docMk/>
            <pc:sldMk cId="0" sldId="258"/>
            <ac:spMk id="2" creationId="{00000000-0000-0000-0000-000000000000}"/>
          </ac:spMkLst>
        </pc:spChg>
        <pc:spChg chg="del">
          <ac:chgData name="Wael Rahhal" userId="afaccfd8e26ace3b" providerId="LiveId" clId="{462B6756-69BB-4E0B-B430-22A60DFF5832}" dt="2026-04-29T07:00:18.962" v="364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Wael Rahhal" userId="afaccfd8e26ace3b" providerId="LiveId" clId="{462B6756-69BB-4E0B-B430-22A60DFF5832}" dt="2026-04-29T07:00:15.322" v="363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33:29.105" v="272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33:50.594" v="274" actId="1076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Wael Rahhal" userId="afaccfd8e26ace3b" providerId="LiveId" clId="{462B6756-69BB-4E0B-B430-22A60DFF5832}" dt="2026-04-28T18:33:04.376" v="268" actId="478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Wael Rahhal" userId="afaccfd8e26ace3b" providerId="LiveId" clId="{462B6756-69BB-4E0B-B430-22A60DFF5832}" dt="2026-04-28T18:33:20.699" v="271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Wael Rahhal" userId="afaccfd8e26ace3b" providerId="LiveId" clId="{462B6756-69BB-4E0B-B430-22A60DFF5832}" dt="2026-04-28T18:33:16.132" v="270" actId="478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Wael Rahhal" userId="afaccfd8e26ace3b" providerId="LiveId" clId="{462B6756-69BB-4E0B-B430-22A60DFF5832}" dt="2026-04-28T18:33:09.330" v="269" actId="47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4:37.926" v="280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4:42.373" v="281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4:34.314" v="279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4:31.316" v="278" actId="1076"/>
          <ac:spMkLst>
            <pc:docMk/>
            <pc:sldMk cId="0" sldId="258"/>
            <ac:spMk id="20" creationId="{00000000-0000-0000-0000-000000000000}"/>
          </ac:spMkLst>
        </pc:spChg>
        <pc:picChg chg="mod">
          <ac:chgData name="Wael Rahhal" userId="afaccfd8e26ace3b" providerId="LiveId" clId="{462B6756-69BB-4E0B-B430-22A60DFF5832}" dt="2026-04-28T18:30:15.577" v="249" actId="1076"/>
          <ac:picMkLst>
            <pc:docMk/>
            <pc:sldMk cId="0" sldId="258"/>
            <ac:picMk id="8" creationId="{00000000-0000-0000-0000-000000000000}"/>
          </ac:picMkLst>
        </pc:picChg>
      </pc:sldChg>
      <pc:sldChg chg="modSp mod">
        <pc:chgData name="Wael Rahhal" userId="afaccfd8e26ace3b" providerId="LiveId" clId="{462B6756-69BB-4E0B-B430-22A60DFF5832}" dt="2026-04-28T18:48:38.244" v="300" actId="14100"/>
        <pc:sldMkLst>
          <pc:docMk/>
          <pc:sldMk cId="0" sldId="259"/>
        </pc:sldMkLst>
        <pc:spChg chg="mod">
          <ac:chgData name="Wael Rahhal" userId="afaccfd8e26ace3b" providerId="LiveId" clId="{462B6756-69BB-4E0B-B430-22A60DFF5832}" dt="2026-04-28T18:44:57.073" v="28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7:14.023" v="294" actId="207"/>
          <ac:spMkLst>
            <pc:docMk/>
            <pc:sldMk cId="0" sldId="259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7:55.094" v="296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7:28.980" v="295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8:10.982" v="298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8:04.247" v="297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8:38.244" v="300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8:33.015" v="299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6:42.728" v="290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6:46.357" v="291" actId="1410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6:23.713" v="286" actId="14100"/>
          <ac:spMkLst>
            <pc:docMk/>
            <pc:sldMk cId="0" sldId="259"/>
            <ac:spMk id="24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7:00.462" v="293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46:55.899" v="292" actId="255"/>
          <ac:spMkLst>
            <pc:docMk/>
            <pc:sldMk cId="0" sldId="259"/>
            <ac:spMk id="26" creationId="{00000000-0000-0000-0000-000000000000}"/>
          </ac:spMkLst>
        </pc:spChg>
      </pc:sldChg>
      <pc:sldChg chg="modSp mod">
        <pc:chgData name="Wael Rahhal" userId="afaccfd8e26ace3b" providerId="LiveId" clId="{462B6756-69BB-4E0B-B430-22A60DFF5832}" dt="2026-04-28T18:57:47.486" v="312" actId="14100"/>
        <pc:sldMkLst>
          <pc:docMk/>
          <pc:sldMk cId="0" sldId="260"/>
        </pc:sldMkLst>
        <pc:spChg chg="mod">
          <ac:chgData name="Wael Rahhal" userId="afaccfd8e26ace3b" providerId="LiveId" clId="{462B6756-69BB-4E0B-B430-22A60DFF5832}" dt="2026-04-28T18:55:56.188" v="302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7:16.896" v="309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7:21.409" v="310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6:01.293" v="303" actId="1410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5:42.158" v="301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6:26.859" v="304" actId="1410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6:32.887" v="305" actId="25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7:00.773" v="307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7:09.579" v="308" actId="25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7:47.486" v="312" actId="1410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7:41.107" v="311" actId="255"/>
          <ac:spMkLst>
            <pc:docMk/>
            <pc:sldMk cId="0" sldId="260"/>
            <ac:spMk id="26" creationId="{00000000-0000-0000-0000-000000000000}"/>
          </ac:spMkLst>
        </pc:spChg>
      </pc:sldChg>
      <pc:sldChg chg="modSp mod">
        <pc:chgData name="Wael Rahhal" userId="afaccfd8e26ace3b" providerId="LiveId" clId="{462B6756-69BB-4E0B-B430-22A60DFF5832}" dt="2026-04-28T19:00:23.099" v="323" actId="207"/>
        <pc:sldMkLst>
          <pc:docMk/>
          <pc:sldMk cId="0" sldId="261"/>
        </pc:sldMkLst>
        <pc:spChg chg="mod">
          <ac:chgData name="Wael Rahhal" userId="afaccfd8e26ace3b" providerId="LiveId" clId="{462B6756-69BB-4E0B-B430-22A60DFF5832}" dt="2026-04-28T18:58:19.406" v="314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8:24.154" v="315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9:28.583" v="317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9:23.482" v="316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9:49.610" v="319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Wael Rahhal" userId="afaccfd8e26ace3b" providerId="LiveId" clId="{462B6756-69BB-4E0B-B430-22A60DFF5832}" dt="2026-04-28T18:59:44.520" v="318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00:08.647" v="321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00:16.490" v="322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Wael Rahhal" userId="afaccfd8e26ace3b" providerId="LiveId" clId="{462B6756-69BB-4E0B-B430-22A60DFF5832}" dt="2026-04-28T15:08:46.953" v="234" actId="1410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00:23.099" v="323" actId="207"/>
          <ac:spMkLst>
            <pc:docMk/>
            <pc:sldMk cId="0" sldId="261"/>
            <ac:spMk id="22" creationId="{00000000-0000-0000-0000-000000000000}"/>
          </ac:spMkLst>
        </pc:spChg>
      </pc:sldChg>
      <pc:sldChg chg="modSp mod">
        <pc:chgData name="Wael Rahhal" userId="afaccfd8e26ace3b" providerId="LiveId" clId="{462B6756-69BB-4E0B-B430-22A60DFF5832}" dt="2026-04-28T19:12:31.126" v="328" actId="207"/>
        <pc:sldMkLst>
          <pc:docMk/>
          <pc:sldMk cId="0" sldId="262"/>
        </pc:sldMkLst>
        <pc:spChg chg="mod">
          <ac:chgData name="Wael Rahhal" userId="afaccfd8e26ace3b" providerId="LiveId" clId="{462B6756-69BB-4E0B-B430-22A60DFF5832}" dt="2026-04-28T19:12:26.987" v="327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12:31.126" v="328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11:30.244" v="324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11:36.737" v="325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11:45.154" v="326" actId="255"/>
          <ac:spMkLst>
            <pc:docMk/>
            <pc:sldMk cId="0" sldId="262"/>
            <ac:spMk id="16" creationId="{00000000-0000-0000-0000-000000000000}"/>
          </ac:spMkLst>
        </pc:spChg>
      </pc:sldChg>
      <pc:sldChg chg="delSp add mod setBg">
        <pc:chgData name="Wael Rahhal" userId="afaccfd8e26ace3b" providerId="LiveId" clId="{462B6756-69BB-4E0B-B430-22A60DFF5832}" dt="2026-04-27T00:59:21.948" v="41" actId="478"/>
        <pc:sldMkLst>
          <pc:docMk/>
          <pc:sldMk cId="0" sldId="263"/>
        </pc:sldMkLst>
      </pc:sldChg>
      <pc:sldChg chg="addSp delSp modSp mod">
        <pc:chgData name="Wael Rahhal" userId="afaccfd8e26ace3b" providerId="LiveId" clId="{462B6756-69BB-4E0B-B430-22A60DFF5832}" dt="2026-04-28T19:29:06.650" v="351" actId="1076"/>
        <pc:sldMkLst>
          <pc:docMk/>
          <pc:sldMk cId="0" sldId="264"/>
        </pc:sldMkLst>
        <pc:spChg chg="mod">
          <ac:chgData name="Wael Rahhal" userId="afaccfd8e26ace3b" providerId="LiveId" clId="{462B6756-69BB-4E0B-B430-22A60DFF5832}" dt="2026-04-28T19:27:27.780" v="338"/>
          <ac:spMkLst>
            <pc:docMk/>
            <pc:sldMk cId="0" sldId="264"/>
            <ac:spMk id="2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28:04.725" v="347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26:32.362" v="337" actId="207"/>
          <ac:spMkLst>
            <pc:docMk/>
            <pc:sldMk cId="0" sldId="264"/>
            <ac:spMk id="6" creationId="{00000000-0000-0000-0000-000000000000}"/>
          </ac:spMkLst>
        </pc:spChg>
        <pc:spChg chg="del">
          <ac:chgData name="Wael Rahhal" userId="afaccfd8e26ace3b" providerId="LiveId" clId="{462B6756-69BB-4E0B-B430-22A60DFF5832}" dt="2026-04-28T10:45:42.244" v="53" actId="478"/>
          <ac:spMkLst>
            <pc:docMk/>
            <pc:sldMk cId="0" sldId="264"/>
            <ac:spMk id="8" creationId="{00000000-0000-0000-0000-000000000000}"/>
          </ac:spMkLst>
        </pc:spChg>
        <pc:spChg chg="add mod">
          <ac:chgData name="Wael Rahhal" userId="afaccfd8e26ace3b" providerId="LiveId" clId="{462B6756-69BB-4E0B-B430-22A60DFF5832}" dt="2026-04-28T19:29:06.650" v="351" actId="1076"/>
          <ac:spMkLst>
            <pc:docMk/>
            <pc:sldMk cId="0" sldId="264"/>
            <ac:spMk id="8" creationId="{CAA6DF0D-0437-0894-765C-530FC96FE944}"/>
          </ac:spMkLst>
        </pc:spChg>
        <pc:spChg chg="mod">
          <ac:chgData name="Wael Rahhal" userId="afaccfd8e26ace3b" providerId="LiveId" clId="{462B6756-69BB-4E0B-B430-22A60DFF5832}" dt="2026-04-28T10:45:51.967" v="55" actId="6549"/>
          <ac:spMkLst>
            <pc:docMk/>
            <pc:sldMk cId="0" sldId="264"/>
            <ac:spMk id="9" creationId="{00000000-0000-0000-0000-000000000000}"/>
          </ac:spMkLst>
        </pc:spChg>
        <pc:spChg chg="del">
          <ac:chgData name="Wael Rahhal" userId="afaccfd8e26ace3b" providerId="LiveId" clId="{462B6756-69BB-4E0B-B430-22A60DFF5832}" dt="2026-04-28T10:45:42.244" v="53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Wael Rahhal" userId="afaccfd8e26ace3b" providerId="LiveId" clId="{462B6756-69BB-4E0B-B430-22A60DFF5832}" dt="2026-04-28T10:45:45.164" v="54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Wael Rahhal" userId="afaccfd8e26ace3b" providerId="LiveId" clId="{462B6756-69BB-4E0B-B430-22A60DFF5832}" dt="2026-04-28T19:12:41.595" v="329" actId="478"/>
          <ac:spMkLst>
            <pc:docMk/>
            <pc:sldMk cId="0" sldId="264"/>
            <ac:spMk id="24" creationId="{00000000-0000-0000-0000-000000000000}"/>
          </ac:spMkLst>
        </pc:spChg>
      </pc:sldChg>
      <pc:sldChg chg="delSp modSp add mod setBg">
        <pc:chgData name="Wael Rahhal" userId="afaccfd8e26ace3b" providerId="LiveId" clId="{462B6756-69BB-4E0B-B430-22A60DFF5832}" dt="2026-04-27T01:00:38.405" v="49" actId="20577"/>
        <pc:sldMkLst>
          <pc:docMk/>
          <pc:sldMk cId="0" sldId="265"/>
        </pc:sldMkLst>
        <pc:spChg chg="mod">
          <ac:chgData name="Wael Rahhal" userId="afaccfd8e26ace3b" providerId="LiveId" clId="{462B6756-69BB-4E0B-B430-22A60DFF5832}" dt="2026-04-27T01:00:38.405" v="49" actId="20577"/>
          <ac:spMkLst>
            <pc:docMk/>
            <pc:sldMk cId="0" sldId="265"/>
            <ac:spMk id="19" creationId="{00000000-0000-0000-0000-000000000000}"/>
          </ac:spMkLst>
        </pc:spChg>
      </pc:sldChg>
      <pc:sldChg chg="delSp add mod setBg">
        <pc:chgData name="Wael Rahhal" userId="afaccfd8e26ace3b" providerId="LiveId" clId="{462B6756-69BB-4E0B-B430-22A60DFF5832}" dt="2026-04-27T00:59:58.948" v="47" actId="478"/>
        <pc:sldMkLst>
          <pc:docMk/>
          <pc:sldMk cId="0" sldId="266"/>
        </pc:sldMkLst>
      </pc:sldChg>
      <pc:sldChg chg="delSp add mod setBg">
        <pc:chgData name="Wael Rahhal" userId="afaccfd8e26ace3b" providerId="LiveId" clId="{462B6756-69BB-4E0B-B430-22A60DFF5832}" dt="2026-04-27T01:04:28.422" v="52" actId="478"/>
        <pc:sldMkLst>
          <pc:docMk/>
          <pc:sldMk cId="0" sldId="267"/>
        </pc:sldMkLst>
      </pc:sldChg>
      <pc:sldChg chg="delSp modSp add mod">
        <pc:chgData name="Wael Rahhal" userId="afaccfd8e26ace3b" providerId="LiveId" clId="{462B6756-69BB-4E0B-B430-22A60DFF5832}" dt="2026-04-28T19:32:05.363" v="355" actId="1076"/>
        <pc:sldMkLst>
          <pc:docMk/>
          <pc:sldMk cId="0" sldId="274"/>
        </pc:sldMkLst>
        <pc:spChg chg="mod">
          <ac:chgData name="Wael Rahhal" userId="afaccfd8e26ace3b" providerId="LiveId" clId="{462B6756-69BB-4E0B-B430-22A60DFF5832}" dt="2026-04-28T19:31:59.402" v="354" actId="1076"/>
          <ac:spMkLst>
            <pc:docMk/>
            <pc:sldMk cId="0" sldId="274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29:25.410" v="352" actId="13900"/>
          <ac:spMkLst>
            <pc:docMk/>
            <pc:sldMk cId="0" sldId="274"/>
            <ac:spMk id="5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32:05.363" v="355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29:34.400" v="353" actId="13900"/>
          <ac:spMkLst>
            <pc:docMk/>
            <pc:sldMk cId="0" sldId="274"/>
            <ac:spMk id="8" creationId="{00000000-0000-0000-0000-000000000000}"/>
          </ac:spMkLst>
        </pc:spChg>
      </pc:sldChg>
      <pc:sldChg chg="modSp add mod">
        <pc:chgData name="Wael Rahhal" userId="afaccfd8e26ace3b" providerId="LiveId" clId="{462B6756-69BB-4E0B-B430-22A60DFF5832}" dt="2026-04-28T19:33:21.989" v="360" actId="1076"/>
        <pc:sldMkLst>
          <pc:docMk/>
          <pc:sldMk cId="0" sldId="276"/>
        </pc:sldMkLst>
        <pc:spChg chg="mod">
          <ac:chgData name="Wael Rahhal" userId="afaccfd8e26ace3b" providerId="LiveId" clId="{462B6756-69BB-4E0B-B430-22A60DFF5832}" dt="2026-04-28T19:32:47.601" v="357" actId="122"/>
          <ac:spMkLst>
            <pc:docMk/>
            <pc:sldMk cId="0" sldId="276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32:36.881" v="356" actId="13900"/>
          <ac:spMkLst>
            <pc:docMk/>
            <pc:sldMk cId="0" sldId="276"/>
            <ac:spMk id="5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32:57.261" v="359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Wael Rahhal" userId="afaccfd8e26ace3b" providerId="LiveId" clId="{462B6756-69BB-4E0B-B430-22A60DFF5832}" dt="2026-04-26T23:58:47.449" v="30" actId="255"/>
          <ac:spMkLst>
            <pc:docMk/>
            <pc:sldMk cId="0" sldId="276"/>
            <ac:spMk id="8" creationId="{00000000-0000-0000-0000-000000000000}"/>
          </ac:spMkLst>
        </pc:spChg>
        <pc:spChg chg="mod">
          <ac:chgData name="Wael Rahhal" userId="afaccfd8e26ace3b" providerId="LiveId" clId="{462B6756-69BB-4E0B-B430-22A60DFF5832}" dt="2026-04-28T19:33:21.989" v="360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Wael Rahhal" userId="afaccfd8e26ace3b" providerId="LiveId" clId="{462B6756-69BB-4E0B-B430-22A60DFF5832}" dt="2026-04-26T23:59:12.671" v="38" actId="20577"/>
          <ac:spMkLst>
            <pc:docMk/>
            <pc:sldMk cId="0" sldId="276"/>
            <ac:spMk id="11" creationId="{00000000-0000-0000-0000-000000000000}"/>
          </ac:spMkLst>
        </pc:spChg>
      </pc:sldChg>
      <pc:sldChg chg="delSp add mod setBg">
        <pc:chgData name="Wael Rahhal" userId="afaccfd8e26ace3b" providerId="LiveId" clId="{462B6756-69BB-4E0B-B430-22A60DFF5832}" dt="2026-04-27T00:59:34.864" v="43" actId="478"/>
        <pc:sldMkLst>
          <pc:docMk/>
          <pc:sldMk cId="0" sldId="277"/>
        </pc:sldMkLst>
      </pc:sldChg>
      <pc:sldChg chg="addSp new mod">
        <pc:chgData name="Wael Rahhal" userId="afaccfd8e26ace3b" providerId="LiveId" clId="{462B6756-69BB-4E0B-B430-22A60DFF5832}" dt="2026-04-28T10:54:35.470" v="57" actId="22"/>
        <pc:sldMkLst>
          <pc:docMk/>
          <pc:sldMk cId="1655778681" sldId="278"/>
        </pc:sldMkLst>
        <pc:picChg chg="add">
          <ac:chgData name="Wael Rahhal" userId="afaccfd8e26ace3b" providerId="LiveId" clId="{462B6756-69BB-4E0B-B430-22A60DFF5832}" dt="2026-04-28T10:54:35.470" v="57" actId="22"/>
          <ac:picMkLst>
            <pc:docMk/>
            <pc:sldMk cId="1655778681" sldId="278"/>
            <ac:picMk id="3" creationId="{C8DBA4C5-342D-259A-603D-AE597FF5DFF3}"/>
          </ac:picMkLst>
        </pc:picChg>
      </pc:sldChg>
      <pc:sldChg chg="addSp new mod">
        <pc:chgData name="Wael Rahhal" userId="afaccfd8e26ace3b" providerId="LiveId" clId="{462B6756-69BB-4E0B-B430-22A60DFF5832}" dt="2026-04-28T10:56:21.241" v="59" actId="22"/>
        <pc:sldMkLst>
          <pc:docMk/>
          <pc:sldMk cId="1898326073" sldId="279"/>
        </pc:sldMkLst>
        <pc:picChg chg="add">
          <ac:chgData name="Wael Rahhal" userId="afaccfd8e26ace3b" providerId="LiveId" clId="{462B6756-69BB-4E0B-B430-22A60DFF5832}" dt="2026-04-28T10:56:21.241" v="59" actId="22"/>
          <ac:picMkLst>
            <pc:docMk/>
            <pc:sldMk cId="1898326073" sldId="279"/>
            <ac:picMk id="3" creationId="{7D4A0A61-9838-E643-256F-3A889D1B9949}"/>
          </ac:picMkLst>
        </pc:picChg>
      </pc:sldChg>
      <pc:sldChg chg="addSp new mod">
        <pc:chgData name="Wael Rahhal" userId="afaccfd8e26ace3b" providerId="LiveId" clId="{462B6756-69BB-4E0B-B430-22A60DFF5832}" dt="2026-04-28T10:57:09.728" v="61" actId="22"/>
        <pc:sldMkLst>
          <pc:docMk/>
          <pc:sldMk cId="915962410" sldId="280"/>
        </pc:sldMkLst>
        <pc:picChg chg="add">
          <ac:chgData name="Wael Rahhal" userId="afaccfd8e26ace3b" providerId="LiveId" clId="{462B6756-69BB-4E0B-B430-22A60DFF5832}" dt="2026-04-28T10:57:09.728" v="61" actId="22"/>
          <ac:picMkLst>
            <pc:docMk/>
            <pc:sldMk cId="915962410" sldId="280"/>
            <ac:picMk id="3" creationId="{266F46B5-B002-657D-2168-06F13EF0146D}"/>
          </ac:picMkLst>
        </pc:picChg>
      </pc:sldChg>
      <pc:sldChg chg="addSp new mod">
        <pc:chgData name="Wael Rahhal" userId="afaccfd8e26ace3b" providerId="LiveId" clId="{462B6756-69BB-4E0B-B430-22A60DFF5832}" dt="2026-04-28T10:58:11.165" v="63" actId="22"/>
        <pc:sldMkLst>
          <pc:docMk/>
          <pc:sldMk cId="3746799579" sldId="281"/>
        </pc:sldMkLst>
        <pc:picChg chg="add">
          <ac:chgData name="Wael Rahhal" userId="afaccfd8e26ace3b" providerId="LiveId" clId="{462B6756-69BB-4E0B-B430-22A60DFF5832}" dt="2026-04-28T10:58:11.165" v="63" actId="22"/>
          <ac:picMkLst>
            <pc:docMk/>
            <pc:sldMk cId="3746799579" sldId="281"/>
            <ac:picMk id="3" creationId="{5EFFE4BC-6E6F-17D8-7A9C-C17589D1B79B}"/>
          </ac:picMkLst>
        </pc:picChg>
      </pc:sldChg>
      <pc:sldChg chg="addSp modSp new del mod">
        <pc:chgData name="Wael Rahhal" userId="afaccfd8e26ace3b" providerId="LiveId" clId="{462B6756-69BB-4E0B-B430-22A60DFF5832}" dt="2026-04-28T15:00:54.395" v="71" actId="2696"/>
        <pc:sldMkLst>
          <pc:docMk/>
          <pc:sldMk cId="1958824661" sldId="282"/>
        </pc:sldMkLst>
        <pc:picChg chg="add mod">
          <ac:chgData name="Wael Rahhal" userId="afaccfd8e26ace3b" providerId="LiveId" clId="{462B6756-69BB-4E0B-B430-22A60DFF5832}" dt="2026-04-28T14:59:26.828" v="68" actId="14100"/>
          <ac:picMkLst>
            <pc:docMk/>
            <pc:sldMk cId="1958824661" sldId="282"/>
            <ac:picMk id="3" creationId="{21870B19-F58E-CCAF-BF1F-5447B325CD93}"/>
          </ac:picMkLst>
        </pc:picChg>
      </pc:sldChg>
      <pc:sldChg chg="add">
        <pc:chgData name="Wael Rahhal" userId="afaccfd8e26ace3b" providerId="LiveId" clId="{462B6756-69BB-4E0B-B430-22A60DFF5832}" dt="2026-04-28T15:01:06.637" v="72"/>
        <pc:sldMkLst>
          <pc:docMk/>
          <pc:sldMk cId="2739423177" sldId="282"/>
        </pc:sldMkLst>
      </pc:sldChg>
      <pc:sldChg chg="addSp new del mod">
        <pc:chgData name="Wael Rahhal" userId="afaccfd8e26ace3b" providerId="LiveId" clId="{462B6756-69BB-4E0B-B430-22A60DFF5832}" dt="2026-04-28T15:00:54.395" v="71" actId="2696"/>
        <pc:sldMkLst>
          <pc:docMk/>
          <pc:sldMk cId="1664514552" sldId="283"/>
        </pc:sldMkLst>
        <pc:picChg chg="add">
          <ac:chgData name="Wael Rahhal" userId="afaccfd8e26ace3b" providerId="LiveId" clId="{462B6756-69BB-4E0B-B430-22A60DFF5832}" dt="2026-04-28T15:00:21.492" v="70" actId="22"/>
          <ac:picMkLst>
            <pc:docMk/>
            <pc:sldMk cId="1664514552" sldId="283"/>
            <ac:picMk id="3" creationId="{34A9495C-FFA7-466E-3579-8FB59798C9EA}"/>
          </ac:picMkLst>
        </pc:picChg>
      </pc:sldChg>
      <pc:sldChg chg="add">
        <pc:chgData name="Wael Rahhal" userId="afaccfd8e26ace3b" providerId="LiveId" clId="{462B6756-69BB-4E0B-B430-22A60DFF5832}" dt="2026-04-28T15:01:06.637" v="72"/>
        <pc:sldMkLst>
          <pc:docMk/>
          <pc:sldMk cId="3643956704" sldId="283"/>
        </pc:sldMkLst>
      </pc:sldChg>
      <pc:sldChg chg="addSp modSp new mod">
        <pc:chgData name="Wael Rahhal" userId="afaccfd8e26ace3b" providerId="LiveId" clId="{462B6756-69BB-4E0B-B430-22A60DFF5832}" dt="2026-04-28T15:01:59.070" v="114" actId="1076"/>
        <pc:sldMkLst>
          <pc:docMk/>
          <pc:sldMk cId="1977845718" sldId="284"/>
        </pc:sldMkLst>
        <pc:spChg chg="add mod">
          <ac:chgData name="Wael Rahhal" userId="afaccfd8e26ace3b" providerId="LiveId" clId="{462B6756-69BB-4E0B-B430-22A60DFF5832}" dt="2026-04-28T15:01:59.070" v="114" actId="1076"/>
          <ac:spMkLst>
            <pc:docMk/>
            <pc:sldMk cId="1977845718" sldId="284"/>
            <ac:spMk id="2" creationId="{1AAC5060-0BEE-DF0B-B44E-ADA0CD41EEE3}"/>
          </ac:spMkLst>
        </pc:spChg>
      </pc:sldChg>
      <pc:sldChg chg="addSp modSp new mod">
        <pc:chgData name="Wael Rahhal" userId="afaccfd8e26ace3b" providerId="LiveId" clId="{462B6756-69BB-4E0B-B430-22A60DFF5832}" dt="2026-04-28T15:03:10.202" v="148" actId="1076"/>
        <pc:sldMkLst>
          <pc:docMk/>
          <pc:sldMk cId="1825958149" sldId="285"/>
        </pc:sldMkLst>
        <pc:spChg chg="add mod">
          <ac:chgData name="Wael Rahhal" userId="afaccfd8e26ace3b" providerId="LiveId" clId="{462B6756-69BB-4E0B-B430-22A60DFF5832}" dt="2026-04-28T15:03:10.202" v="148" actId="1076"/>
          <ac:spMkLst>
            <pc:docMk/>
            <pc:sldMk cId="1825958149" sldId="285"/>
            <ac:spMk id="2" creationId="{479029BF-83D5-D3B8-C87C-9390AF4D107B}"/>
          </ac:spMkLst>
        </pc:spChg>
      </pc:sldChg>
      <pc:sldChg chg="addSp delSp modSp new mod">
        <pc:chgData name="Wael Rahhal" userId="afaccfd8e26ace3b" providerId="LiveId" clId="{462B6756-69BB-4E0B-B430-22A60DFF5832}" dt="2026-04-28T19:34:50.582" v="362" actId="14100"/>
        <pc:sldMkLst>
          <pc:docMk/>
          <pc:sldMk cId="4071106197" sldId="286"/>
        </pc:sldMkLst>
        <pc:spChg chg="add mod">
          <ac:chgData name="Wael Rahhal" userId="afaccfd8e26ace3b" providerId="LiveId" clId="{462B6756-69BB-4E0B-B430-22A60DFF5832}" dt="2026-04-28T15:04:46.298" v="217" actId="1076"/>
          <ac:spMkLst>
            <pc:docMk/>
            <pc:sldMk cId="4071106197" sldId="286"/>
            <ac:spMk id="2" creationId="{4C24DE53-A87B-AAC0-78DF-62E7963B2A12}"/>
          </ac:spMkLst>
        </pc:spChg>
        <pc:spChg chg="add del mod">
          <ac:chgData name="Wael Rahhal" userId="afaccfd8e26ace3b" providerId="LiveId" clId="{462B6756-69BB-4E0B-B430-22A60DFF5832}" dt="2026-04-28T15:07:38.307" v="227" actId="478"/>
          <ac:spMkLst>
            <pc:docMk/>
            <pc:sldMk cId="4071106197" sldId="286"/>
            <ac:spMk id="3" creationId="{F7F85888-78C1-E479-F9EC-D19897064013}"/>
          </ac:spMkLst>
        </pc:spChg>
        <pc:spChg chg="add del mod">
          <ac:chgData name="Wael Rahhal" userId="afaccfd8e26ace3b" providerId="LiveId" clId="{462B6756-69BB-4E0B-B430-22A60DFF5832}" dt="2026-04-28T15:07:36.493" v="226" actId="478"/>
          <ac:spMkLst>
            <pc:docMk/>
            <pc:sldMk cId="4071106197" sldId="286"/>
            <ac:spMk id="4" creationId="{C007F46B-4A1B-143D-10A2-B97651F3CE2F}"/>
          </ac:spMkLst>
        </pc:spChg>
        <pc:spChg chg="add del">
          <ac:chgData name="Wael Rahhal" userId="afaccfd8e26ace3b" providerId="LiveId" clId="{462B6756-69BB-4E0B-B430-22A60DFF5832}" dt="2026-04-28T15:07:31.385" v="223" actId="22"/>
          <ac:spMkLst>
            <pc:docMk/>
            <pc:sldMk cId="4071106197" sldId="286"/>
            <ac:spMk id="6" creationId="{4F371065-D711-8DD3-76A7-F0153F37F15A}"/>
          </ac:spMkLst>
        </pc:spChg>
        <pc:spChg chg="add mod">
          <ac:chgData name="Wael Rahhal" userId="afaccfd8e26ace3b" providerId="LiveId" clId="{462B6756-69BB-4E0B-B430-22A60DFF5832}" dt="2026-04-28T19:34:50.582" v="362" actId="14100"/>
          <ac:spMkLst>
            <pc:docMk/>
            <pc:sldMk cId="4071106197" sldId="286"/>
            <ac:spMk id="8" creationId="{3BFE35D6-E936-B8D9-4673-7F81EF4677EC}"/>
          </ac:spMkLst>
        </pc:spChg>
      </pc:sldChg>
      <pc:sldChg chg="addSp modSp new mod">
        <pc:chgData name="Wael Rahhal" userId="afaccfd8e26ace3b" providerId="LiveId" clId="{462B6756-69BB-4E0B-B430-22A60DFF5832}" dt="2026-04-29T12:14:47.227" v="414" actId="122"/>
        <pc:sldMkLst>
          <pc:docMk/>
          <pc:sldMk cId="1090469105" sldId="287"/>
        </pc:sldMkLst>
        <pc:spChg chg="add mod">
          <ac:chgData name="Wael Rahhal" userId="afaccfd8e26ace3b" providerId="LiveId" clId="{462B6756-69BB-4E0B-B430-22A60DFF5832}" dt="2026-04-29T12:14:47.227" v="414" actId="122"/>
          <ac:spMkLst>
            <pc:docMk/>
            <pc:sldMk cId="1090469105" sldId="287"/>
            <ac:spMk id="2" creationId="{099C7D4F-BDF8-CCF3-73D4-20C3B9D63E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0F2DD-0AB0-4B41-A66A-9183584021A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295C2-7A67-4FAC-BDA2-1183A0030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6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concept explained pedagogically. OpenRouter quickstart shows OpenAI-compatible API endpoint usage: https://openrouter.ai/docs/quickstart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OpenRouter Quickstart documents the OpenAI-compatible endpoint and base URL: https://openrouter.ai/docs/quickstart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OpenRouter rate-limit docs and FAQ/pricing pages document free limits of 20 RPM and 50 requests/day for accounts with less than 10 credits: https://openrouter.ai/docs/api/reference/limits and https://openrouter.ai/pricing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96AA-DC69-C2CE-7E58-5EE1F7160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F3D9A-06D2-D9B4-1C95-43C469C6F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FEAE7-735E-D071-1A4C-D89567968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B6E2A-F072-0D0D-E51F-A12D26CC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B82B9-F2CE-D5EA-122C-23077D2D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4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9BCC-816C-33EC-8888-24EE78D2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8CF94-2F47-BA1C-4AEE-1AEBBA5E2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5B04-54B5-57E9-C841-B42D477C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4BCCD-79D9-F291-EE7E-37D42B07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CC41C-F55F-A8E2-BFE1-0190B2CD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1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2732-A537-BD66-6FB7-8410827D0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DD6C5-A1A3-E72D-16B6-5F6F55746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32494-63AE-8F7C-D161-5A48D25E2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AA395-3B8B-37AC-2E64-7DC317AA3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63877-AFBD-7B5B-DDDD-B063BA95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2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7B20D-D640-955C-0A55-AE613463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9FE65-17E6-1A6C-8503-44CB2AE8B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FF3AE-375E-BB70-886C-EC248371D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A61F3-6059-8A9A-114B-65330F13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CE330-0E17-5C60-F0A9-B807C1FF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149FF-0FEE-186D-EF35-0B556DA6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0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E3C5-C99E-5BC3-9F75-3666F2D1E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E421D-4AE8-9815-24A1-5EC2141FF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6B337-4181-420E-7C0F-D5AF58714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290DD-A1A4-EEEE-7D75-10EECA815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1A78D-BECB-1731-F1E2-BC018F119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16F0DC-358B-4992-0F2A-A7EC6FBA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69E95-B89A-0B86-3472-E94B0B79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D1202-BFA8-169B-7CA4-9BF705B5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4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5412-4DBD-0923-AEDF-F520FCFF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E2214-4E6C-6462-8B6D-9384921C2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6BF67-8334-6E3A-4812-DB692AE7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F01F1-75F2-D27B-1696-E30B501E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8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F000A-3D43-F3FF-4BC7-A45D43E1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475F9-874D-FA0E-8471-B457352F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3E8A8-9CC0-7EB8-62AC-B1B7A8F4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9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4C2D-A21B-D81F-C19F-837DC69D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DACD-EA21-15A7-A582-FCFA52264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EDAD2-4AD1-9535-E5FB-3E7F1B377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D0DDE-D93B-DF5A-53EE-CC0A0FDC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BBD02-B772-381E-F93A-1C4E5B38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00C4F-CC6B-5ECA-0917-F92E2985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4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7B071-0385-631C-F91F-D69A9A0A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AD8C66-0AE9-9A5C-B2F5-E2C5B6436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007A6-917F-14C8-6BE0-C103B1701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7FBB7-2DF4-7889-6645-389AD90F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CC129-7CCF-3C92-E8A2-1788BDCA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A2660-F5ED-C7B5-949A-F12CE7E8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4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4F09-072A-3135-C9D5-6C5F6210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0EEE4-0FDF-BE82-4BA1-4F19A4CC6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ADDD-2A7C-1BE2-28E7-C22645F2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AB366-9074-EC8F-D96D-0A2224D5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DF3B8-2490-21EE-C546-8B53684B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49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0FB567-DE1D-7480-3341-2228893763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2B5D2-8935-F440-171F-60FAE0447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550D5-2B97-F9E0-663E-0B946F65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8B79D-6028-E9BC-492B-6FD3A21D6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4D51C-91DC-F5F6-F727-3F504E61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10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82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C88128-CFEF-62DB-60A5-BD1EE4D0E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FF0C9-78C2-B208-0BEA-339CDC225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197DA-4211-C33F-F77C-D7F210F42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94D7D-C89B-4D60-A0CE-FEA81DAC25F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004DA-BDF6-3D55-77D2-801291101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ABCBB-5F4A-3F40-89AD-3357F971B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2BE4A-C953-43CE-A497-558BE00C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07A18-F089-2E94-44E6-78C1E1CFE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API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19021-B385-7409-402D-5BB8624510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Multi Agents using </a:t>
            </a:r>
            <a:r>
              <a:rPr lang="en-US" sz="3600" dirty="0" err="1"/>
              <a:t>Autogen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5282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3102"/>
            <a:ext cx="12191695" cy="723290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API?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6537960"/>
            <a:ext cx="11064240" cy="0"/>
          </a:xfrm>
          <a:prstGeom prst="line">
            <a:avLst/>
          </a:prstGeom>
          <a:noFill/>
          <a:ln w="635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6601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API → OpenRouter → AutoGen Studio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03</a:t>
            </a:r>
            <a:endParaRPr lang="en-US" sz="800" dirty="0"/>
          </a:p>
        </p:txBody>
      </p:sp>
      <p:pic>
        <p:nvPicPr>
          <p:cNvPr id="8" name="Image 0" descr="/mnt/data/a_clean_modern_3d_isometric_illustrative_scene_on_batch_2.png"/>
          <p:cNvPicPr>
            <a:picLocks noChangeAspect="1"/>
          </p:cNvPicPr>
          <p:nvPr/>
        </p:nvPicPr>
        <p:blipFill>
          <a:blip r:embed="rId3"/>
          <a:srcRect l="10528" r="10528"/>
          <a:stretch/>
        </p:blipFill>
        <p:spPr>
          <a:xfrm>
            <a:off x="5812971" y="1581912"/>
            <a:ext cx="6237305" cy="44465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417320"/>
            <a:ext cx="4709160" cy="2115312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1248" y="158191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8BDF8"/>
                </a:solidFill>
              </a:rPr>
              <a:t>↔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1581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Simple definition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593848"/>
            <a:ext cx="41605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E2E8F0"/>
                </a:solidFill>
              </a:rPr>
              <a:t>An API is a controlled way for one software system to ask another system for a service or data.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68997" y="4619929"/>
            <a:ext cx="4709160" cy="1806096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55074" y="4769277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5CF6"/>
                </a:solidFill>
              </a:rPr>
              <a:t>☁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89888" y="46986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60120" y="5652515"/>
            <a:ext cx="41605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E2E8F0"/>
                </a:solidFill>
              </a:rPr>
              <a:t>APIs let AutoGen talk to cloud AI models without installing the model locally.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MECHANICS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→ Response: the API conversation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6537960"/>
            <a:ext cx="11064240" cy="0"/>
          </a:xfrm>
          <a:prstGeom prst="line">
            <a:avLst/>
          </a:prstGeom>
          <a:noFill/>
          <a:ln w="635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6601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API → OpenRouter → AutoGen Studio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89888"/>
            <a:ext cx="2880360" cy="1298448"/>
          </a:xfrm>
          <a:prstGeom prst="roundRect">
            <a:avLst>
              <a:gd name="adj" fmla="val 13913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15544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8BDF8"/>
                </a:solidFill>
              </a:rPr>
              <a:t>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1. Client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048256"/>
            <a:ext cx="233172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</a:rPr>
              <a:t>Your app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</a:rPr>
              <a:t>AutoGen Studio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89888"/>
            <a:ext cx="2880360" cy="1353312"/>
          </a:xfrm>
          <a:prstGeom prst="roundRect">
            <a:avLst>
              <a:gd name="adj" fmla="val 13913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18888" y="15544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5CF6"/>
                </a:solidFill>
              </a:rPr>
              <a:t>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2. API endpoint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048256"/>
            <a:ext cx="233172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</a:rPr>
              <a:t>OpenRouter URL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</a:rPr>
              <a:t>+ model name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41080" y="1389888"/>
            <a:ext cx="2880360" cy="1399032"/>
          </a:xfrm>
          <a:prstGeom prst="roundRect">
            <a:avLst>
              <a:gd name="adj" fmla="val 13913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96528" y="15544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C55E"/>
                </a:solidFill>
              </a:rPr>
              <a:t>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3.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2048256"/>
            <a:ext cx="233172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</a:rPr>
              <a:t>LLM reads prompt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</a:rPr>
              <a:t>and replies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0332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2D3EE"/>
                </a:solidFill>
              </a:rPr>
              <a:t>→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699248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2D3EE"/>
                </a:solidFill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374903" y="3063239"/>
            <a:ext cx="5486399" cy="2103119"/>
          </a:xfrm>
          <a:prstGeom prst="roundRect">
            <a:avLst>
              <a:gd name="adj" fmla="val 3810"/>
            </a:avLst>
          </a:prstGeom>
          <a:solidFill>
            <a:srgbClr val="020617"/>
          </a:solidFill>
          <a:ln w="9525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227832"/>
            <a:ext cx="51206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/chat/completions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Authorization: Bearer &lt;API_KEY&gt;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model: "nvidia/...:free"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messages: [{role:"user", content:"..."}]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0" y="30632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Response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29400" y="3703320"/>
            <a:ext cx="48920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E2E8F0"/>
                </a:solidFill>
              </a:rPr>
              <a:t>The model returns text, reasoning, tool calls, or structured data, depending on the model and your configuration.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keys: your access badge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6537960"/>
            <a:ext cx="11064240" cy="0"/>
          </a:xfrm>
          <a:prstGeom prst="line">
            <a:avLst/>
          </a:prstGeom>
          <a:noFill/>
          <a:ln w="635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6601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API → OpenRouter → AutoGen Studio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2331720" cy="2331720"/>
          </a:xfrm>
          <a:prstGeom prst="ellipse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🔑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8580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/>
              <a:t>Treat it like a password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86200" y="1325879"/>
            <a:ext cx="3566160" cy="1371601"/>
          </a:xfrm>
          <a:prstGeom prst="roundRect">
            <a:avLst>
              <a:gd name="adj" fmla="val 12800"/>
            </a:avLst>
          </a:prstGeom>
          <a:solidFill>
            <a:srgbClr val="0F172A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41648" y="14904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C55E"/>
                </a:solidFill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14904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60520" y="1984248"/>
            <a:ext cx="301752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Store it privately. Use placeholders in slides and shared JSON.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0" y="1325880"/>
            <a:ext cx="3566160" cy="1371600"/>
          </a:xfrm>
          <a:prstGeom prst="roundRect">
            <a:avLst>
              <a:gd name="adj" fmla="val 12800"/>
            </a:avLst>
          </a:prstGeom>
          <a:solidFill>
            <a:srgbClr val="0F172A"/>
          </a:solidFill>
          <a:ln w="12700">
            <a:solidFill>
              <a:srgbClr val="EF444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10728" y="14904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F4444"/>
                </a:solidFill>
              </a:rPr>
              <a:t>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41080" y="14904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Don’t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1984248"/>
            <a:ext cx="301752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Do not paste real keys into chats, screenshots, or public files.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86200" y="3017519"/>
            <a:ext cx="3566160" cy="1517903"/>
          </a:xfrm>
          <a:prstGeom prst="roundRect">
            <a:avLst>
              <a:gd name="adj" fmla="val 12800"/>
            </a:avLst>
          </a:prstGeom>
          <a:solidFill>
            <a:srgbClr val="0F172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41648" y="318211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9E0B"/>
                </a:solidFill>
              </a:rPr>
              <a:t>↻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0" y="31821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If leaked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60520" y="3675888"/>
            <a:ext cx="301752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Revoke/delete it, create a new key, then update AutoGen.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55280" y="3017519"/>
            <a:ext cx="3566160" cy="1517897"/>
          </a:xfrm>
          <a:prstGeom prst="roundRect">
            <a:avLst>
              <a:gd name="adj" fmla="val 12800"/>
            </a:avLst>
          </a:prstGeom>
          <a:solidFill>
            <a:srgbClr val="0F172A"/>
          </a:solidFill>
          <a:ln w="12700">
            <a:solidFill>
              <a:srgbClr val="EF444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10728" y="318211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F4444"/>
                </a:solidFill>
              </a:rPr>
              <a:t>!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41080" y="31821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Common error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0" y="3675888"/>
            <a:ext cx="301752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401 means the key is invalid, deleted, or copied incorrectly.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GATEWAY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OpenRouter?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6537960"/>
            <a:ext cx="11064240" cy="0"/>
          </a:xfrm>
          <a:prstGeom prst="line">
            <a:avLst/>
          </a:prstGeom>
          <a:noFill/>
          <a:ln w="635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6601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API → OpenRouter → AutoGen Studio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06</a:t>
            </a:r>
            <a:endParaRPr lang="en-US" sz="800" dirty="0"/>
          </a:p>
        </p:txBody>
      </p:sp>
      <p:pic>
        <p:nvPicPr>
          <p:cNvPr id="8" name="Image 0" descr="/mnt/data/a_high_tech_futuristic_digital_illustration_overa_batch_3.png"/>
          <p:cNvPicPr>
            <a:picLocks noChangeAspect="1"/>
          </p:cNvPicPr>
          <p:nvPr/>
        </p:nvPicPr>
        <p:blipFill>
          <a:blip r:embed="rId3"/>
          <a:srcRect l="9753" r="9753"/>
          <a:stretch/>
        </p:blipFill>
        <p:spPr>
          <a:xfrm>
            <a:off x="658368" y="1170432"/>
            <a:ext cx="562356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29400" y="1261872"/>
            <a:ext cx="4526280" cy="1225296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84848" y="142646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8BDF8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0" y="1426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One API key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03720" y="1920240"/>
            <a:ext cx="39776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Connect to many AI models through one OpenAI‑compatible endpoint.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29400" y="2578607"/>
            <a:ext cx="4526280" cy="1161289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84848" y="27432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5CF6"/>
                </a:solidFill>
              </a:rPr>
              <a:t>⇄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315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Model switching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03720" y="3236976"/>
            <a:ext cx="39776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Change the model name instead of rewriting your app.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29400" y="3895343"/>
            <a:ext cx="4526280" cy="1161283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84848" y="40599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C55E"/>
                </a:solidFill>
              </a:rPr>
              <a:t>$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315200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Free variants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03720" y="4553712"/>
            <a:ext cx="39776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Models ending in :free can be used at no cost, with rate limits.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0" y="5440680"/>
            <a:ext cx="4160520" cy="960120"/>
          </a:xfrm>
          <a:prstGeom prst="roundRect">
            <a:avLst>
              <a:gd name="adj" fmla="val 35294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0" y="6062472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https://openrouter.ai/</a:t>
            </a:r>
          </a:p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Free limits: speed vs daily total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6537960"/>
            <a:ext cx="11064240" cy="0"/>
          </a:xfrm>
          <a:prstGeom prst="line">
            <a:avLst/>
          </a:prstGeom>
          <a:noFill/>
          <a:ln w="635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6601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API → OpenRouter → AutoGen Studio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41248" y="1417320"/>
            <a:ext cx="4892040" cy="338328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38BDF8"/>
                </a:solidFill>
              </a:rPr>
              <a:t>20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15468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requests per minute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70432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2E8F0"/>
                </a:solidFill>
              </a:rPr>
              <a:t>This is the speed limit. It prevents too many calls in the same minute.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4892040" cy="338328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12280" y="1828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59E0B"/>
                </a:solidFill>
              </a:rPr>
              <a:t>50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8732520" y="1993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free requests per day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39712" y="2971800"/>
            <a:ext cx="4160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2E8F0"/>
                </a:solidFill>
              </a:rPr>
              <a:t>This is the total cap for new/free accounts with less than $10 credits.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544068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Example: 10 requests now + 10 later + 30 later = your 50 daily free requests are used.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/>
              <a:t>nvidia/nemotron-3-super-120b-a12b:free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PICTURE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architecture you will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6537960"/>
            <a:ext cx="11064240" cy="0"/>
          </a:xfrm>
          <a:prstGeom prst="line">
            <a:avLst/>
          </a:prstGeom>
          <a:noFill/>
          <a:ln w="635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6601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API → OpenRouter → AutoGen Studio</a:t>
            </a:r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4A3B8"/>
                </a:solidFill>
              </a:rPr>
              <a:t>09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063240" y="2148840"/>
            <a:ext cx="1920240" cy="1417320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2313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30168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AutoGen Studio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971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runs team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2148840"/>
            <a:ext cx="1920240" cy="1417320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2313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99048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OpenRouter API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33288" y="2971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routes request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75320" y="2148840"/>
            <a:ext cx="1920240" cy="1417320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58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6760" y="2313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42248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Nemotron free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76488" y="2971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generates answer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75504" y="2560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334155"/>
                </a:solidFill>
              </a:rPr>
              <a:t>→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818120" y="2560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334155"/>
                </a:solidFill>
              </a:rPr>
              <a:t>→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1005840" y="4617720"/>
            <a:ext cx="10149840" cy="777240"/>
          </a:xfrm>
          <a:prstGeom prst="roundRect">
            <a:avLst>
              <a:gd name="adj" fmla="val 17647"/>
            </a:avLst>
          </a:prstGeom>
          <a:solidFill>
            <a:srgbClr val="020617">
              <a:alpha val="95000"/>
            </a:srgbClr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34440" y="4873752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Key idea: AutoGen does not “own” the model — it sends messages to a model endpoint through an API key.</a:t>
            </a:r>
            <a:endParaRPr lang="en-US" sz="18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AA6DF0D-0437-0894-765C-530FC96FE944}"/>
              </a:ext>
            </a:extLst>
          </p:cNvPr>
          <p:cNvSpPr/>
          <p:nvPr/>
        </p:nvSpPr>
        <p:spPr>
          <a:xfrm>
            <a:off x="5335524" y="1234442"/>
            <a:ext cx="6787896" cy="603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nvidia</a:t>
            </a:r>
            <a:r>
              <a:rPr lang="en-US" sz="3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/nemotron-3-super-120b-a12b:free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B9C1"/>
                </a:solidFill>
              </a:defRPr>
            </a:pPr>
            <a:r>
              <a:rPr dirty="0"/>
              <a:t>NEW SECTION</a:t>
            </a:r>
          </a:p>
          <a:p>
            <a:pPr>
              <a:defRPr sz="2600" b="1">
                <a:solidFill>
                  <a:srgbClr val="0D2242"/>
                </a:solidFill>
              </a:defRPr>
            </a:pPr>
            <a:r>
              <a:rPr dirty="0"/>
              <a:t>Two ways to build a multi-agent team in </a:t>
            </a:r>
            <a:r>
              <a:rPr dirty="0" err="1"/>
              <a:t>AutoGen</a:t>
            </a:r>
            <a:r>
              <a:rPr dirty="0"/>
              <a:t> Studio</a:t>
            </a:r>
          </a:p>
          <a:p>
            <a:pPr>
              <a:defRPr sz="1300">
                <a:solidFill>
                  <a:srgbClr val="5C6C75"/>
                </a:solidFill>
              </a:defRPr>
            </a:pPr>
            <a:r>
              <a:rPr dirty="0"/>
              <a:t>Method 1 is easiest for OpenAI models. Method 2 is better for </a:t>
            </a:r>
            <a:r>
              <a:rPr dirty="0" err="1"/>
              <a:t>OpenRouter</a:t>
            </a:r>
            <a:r>
              <a:rPr dirty="0"/>
              <a:t> models such as NVIDIA </a:t>
            </a:r>
            <a:r>
              <a:rPr dirty="0" err="1"/>
              <a:t>Nemotron</a:t>
            </a:r>
            <a:r>
              <a:rPr dirty="0"/>
              <a:t>, and sometimes Gemini/custom models.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63040"/>
            <a:ext cx="5303520" cy="3749039"/>
          </a:xfrm>
          <a:prstGeom prst="roundRect">
            <a:avLst/>
          </a:prstGeom>
          <a:solidFill>
            <a:srgbClr val="E8F5F7"/>
          </a:solidFill>
          <a:ln w="15875">
            <a:solidFill>
              <a:srgbClr val="34B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9848" y="1566552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2242"/>
                </a:solidFill>
              </a:defRPr>
            </a:pPr>
            <a:r>
              <a:rPr dirty="0"/>
              <a:t>Method 1 — Manual build in Team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920240"/>
            <a:ext cx="5029200" cy="292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200" dirty="0"/>
              <a:t>Best for standard OpenAI models such as gpt-4o-mini or gpt-4.1-mini.</a:t>
            </a:r>
          </a:p>
          <a:p>
            <a:pPr algn="just"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lang="en-US" sz="2200" dirty="0"/>
              <a:t>You can</a:t>
            </a:r>
            <a:r>
              <a:rPr sz="2200" dirty="0"/>
              <a:t> use the visual form only: add the team, add agents, choose the model, write prompts, then run.</a:t>
            </a:r>
          </a:p>
          <a:p>
            <a:pPr algn="just"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200" dirty="0"/>
              <a:t>Good when the model is recognized directly by </a:t>
            </a:r>
            <a:r>
              <a:rPr sz="2200" dirty="0" err="1"/>
              <a:t>AutoGen</a:t>
            </a:r>
            <a:r>
              <a:rPr sz="2200" dirty="0"/>
              <a:t> Studio and no extra </a:t>
            </a:r>
            <a:r>
              <a:rPr sz="2200" dirty="0" err="1"/>
              <a:t>model_info</a:t>
            </a:r>
            <a:r>
              <a:rPr sz="2200" dirty="0"/>
              <a:t> is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03520" cy="3749039"/>
          </a:xfrm>
          <a:prstGeom prst="roundRect">
            <a:avLst/>
          </a:prstGeom>
          <a:solidFill>
            <a:srgbClr val="F0F8FA"/>
          </a:solidFill>
          <a:ln w="15875">
            <a:solidFill>
              <a:srgbClr val="34B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84264" y="154990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2242"/>
                </a:solidFill>
              </a:defRPr>
            </a:pPr>
            <a:r>
              <a:rPr dirty="0"/>
              <a:t>Method 2 — Build/import with a JSON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920240"/>
            <a:ext cx="50292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100" dirty="0"/>
              <a:t>Best for </a:t>
            </a:r>
            <a:r>
              <a:rPr sz="2100" dirty="0" err="1"/>
              <a:t>OpenRouter</a:t>
            </a:r>
            <a:r>
              <a:rPr sz="2100" dirty="0"/>
              <a:t> models such as </a:t>
            </a:r>
            <a:r>
              <a:rPr sz="2100" b="1" dirty="0" err="1"/>
              <a:t>nvidia</a:t>
            </a:r>
            <a:r>
              <a:rPr sz="2100" b="1" dirty="0"/>
              <a:t>/nemotron-3-super-120b-a12b:free</a:t>
            </a:r>
            <a:r>
              <a:rPr sz="2100" dirty="0"/>
              <a:t>.</a:t>
            </a:r>
          </a:p>
          <a:p>
            <a:pPr algn="just"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100" dirty="0"/>
              <a:t>Also useful for some Gemini or other custom/OpenAI-compatible endpoints when the form does not expose every required field.</a:t>
            </a:r>
          </a:p>
          <a:p>
            <a:pPr algn="just"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lang="en-US" sz="2100" dirty="0"/>
              <a:t>You can</a:t>
            </a:r>
            <a:r>
              <a:rPr sz="2100" dirty="0"/>
              <a:t> paste a ready-made JSON team, replace only the API key, save, and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D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547104"/>
            <a:ext cx="11369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API → OpenRouter / Gemini → AutoGen Studio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B9C1"/>
                </a:solidFill>
              </a:defRPr>
            </a:pPr>
            <a:r>
              <a:t>METHOD 2</a:t>
            </a:r>
          </a:p>
          <a:p>
            <a:pPr>
              <a:defRPr sz="2600" b="1">
                <a:solidFill>
                  <a:srgbClr val="0D2242"/>
                </a:solidFill>
              </a:defRPr>
            </a:pPr>
            <a:r>
              <a:t>JSON file method for OpenRouter or custom models</a:t>
            </a:r>
          </a:p>
          <a:p>
            <a:pPr>
              <a:defRPr sz="1300">
                <a:solidFill>
                  <a:srgbClr val="5C6C75"/>
                </a:solidFill>
              </a:defRPr>
            </a:pPr>
            <a:r>
              <a:t>Use this when the model works through an OpenAI-compatible endpoint and the form alone is not enough.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520440" cy="4389120"/>
          </a:xfrm>
          <a:prstGeom prst="roundRect">
            <a:avLst/>
          </a:prstGeom>
          <a:solidFill>
            <a:srgbClr val="E8F5F7"/>
          </a:solidFill>
          <a:ln w="15875">
            <a:solidFill>
              <a:srgbClr val="34B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71868" y="1527048"/>
            <a:ext cx="167398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D2242"/>
                </a:solidFill>
              </a:defRPr>
            </a:pPr>
            <a:r>
              <a:rPr dirty="0"/>
              <a:t>Typical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20"/>
            <a:ext cx="3246120" cy="3760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300" dirty="0" err="1"/>
              <a:t>OpenRouter</a:t>
            </a:r>
            <a:r>
              <a:rPr sz="2300" dirty="0"/>
              <a:t>: NVIDIA </a:t>
            </a:r>
            <a:r>
              <a:rPr sz="2300" dirty="0" err="1"/>
              <a:t>Nemotron</a:t>
            </a:r>
            <a:r>
              <a:rPr sz="2300" dirty="0"/>
              <a:t> 3 Super (free).</a:t>
            </a:r>
          </a:p>
          <a:p>
            <a:pPr algn="just"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300" dirty="0"/>
              <a:t>Other </a:t>
            </a:r>
            <a:r>
              <a:rPr sz="2300" dirty="0" err="1"/>
              <a:t>OpenRouter</a:t>
            </a:r>
            <a:r>
              <a:rPr sz="2300" dirty="0"/>
              <a:t> free/custom models.</a:t>
            </a:r>
          </a:p>
          <a:p>
            <a:pPr algn="just"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300" dirty="0"/>
              <a:t>Sometimes Gemini/custom endpoint setups when a prebuilt JSON is easier than manual form 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417320"/>
            <a:ext cx="3657600" cy="4389120"/>
          </a:xfrm>
          <a:prstGeom prst="roundRect">
            <a:avLst/>
          </a:prstGeom>
          <a:solidFill>
            <a:srgbClr val="F0F8FA"/>
          </a:solidFill>
          <a:ln w="15875">
            <a:solidFill>
              <a:srgbClr val="34B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58384" y="1470285"/>
            <a:ext cx="109895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D2242"/>
                </a:solidFill>
              </a:defRPr>
            </a:pPr>
            <a:r>
              <a:rPr dirty="0"/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6552" y="1874520"/>
            <a:ext cx="3383280" cy="390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100" dirty="0"/>
              <a:t>1. Open Team Builder and switch to JSON Editor.</a:t>
            </a:r>
          </a:p>
          <a:p>
            <a:pPr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100" dirty="0"/>
              <a:t>2. Paste the ready-made multi-agent JSON team.</a:t>
            </a:r>
          </a:p>
          <a:p>
            <a:pPr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100" dirty="0"/>
              <a:t>3. Replace PASTE_YOUR_API_KEY_HERE with the student’s own key.</a:t>
            </a:r>
          </a:p>
          <a:p>
            <a:pPr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100" dirty="0"/>
              <a:t>4. Save the team.</a:t>
            </a:r>
          </a:p>
          <a:p>
            <a:pPr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100" dirty="0"/>
              <a:t>5. Run the team in Playground or Team Builder.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3566160" cy="4389120"/>
          </a:xfrm>
          <a:prstGeom prst="roundRect">
            <a:avLst/>
          </a:prstGeom>
          <a:solidFill>
            <a:srgbClr val="E8F5F7"/>
          </a:solidFill>
          <a:ln w="15875">
            <a:solidFill>
              <a:srgbClr val="34B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04504" y="1522476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2242"/>
                </a:solidFill>
              </a:defRPr>
            </a:pPr>
            <a:r>
              <a:rPr dirty="0"/>
              <a:t>Why JSON helps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1874520"/>
            <a:ext cx="3291840" cy="360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200" dirty="0"/>
              <a:t>The JSON can already include </a:t>
            </a:r>
            <a:r>
              <a:rPr sz="2200" dirty="0" err="1"/>
              <a:t>base_url</a:t>
            </a:r>
            <a:r>
              <a:rPr sz="2200" dirty="0"/>
              <a:t>, model name, and </a:t>
            </a:r>
            <a:r>
              <a:rPr sz="2200" dirty="0" err="1"/>
              <a:t>model_info</a:t>
            </a:r>
            <a:r>
              <a:rPr sz="2200" dirty="0"/>
              <a:t>.</a:t>
            </a:r>
          </a:p>
          <a:p>
            <a:pPr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sz="2200" dirty="0"/>
              <a:t>That avoids validation problems for models like </a:t>
            </a:r>
            <a:r>
              <a:rPr sz="2200" dirty="0" err="1"/>
              <a:t>Nemotron</a:t>
            </a:r>
            <a:r>
              <a:rPr sz="2200" dirty="0"/>
              <a:t> on </a:t>
            </a:r>
            <a:r>
              <a:rPr sz="2200" dirty="0" err="1"/>
              <a:t>OpenRouter</a:t>
            </a:r>
            <a:r>
              <a:rPr sz="2200" dirty="0"/>
              <a:t>.</a:t>
            </a:r>
          </a:p>
          <a:p>
            <a:pPr>
              <a:spcAft>
                <a:spcPts val="500"/>
              </a:spcAft>
              <a:defRPr sz="1350">
                <a:solidFill>
                  <a:srgbClr val="2C3E50"/>
                </a:solidFill>
              </a:defRPr>
            </a:pPr>
            <a:r>
              <a:rPr lang="en-US" sz="2200" dirty="0"/>
              <a:t>You can</a:t>
            </a:r>
            <a:r>
              <a:rPr sz="2200" dirty="0"/>
              <a:t> only change the API key, not the whole configuration.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D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47104"/>
            <a:ext cx="11369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API → OpenRouter / Gemini → AutoGen Studio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479029BF-83D5-D3B8-C87C-9390AF4D107B}"/>
              </a:ext>
            </a:extLst>
          </p:cNvPr>
          <p:cNvSpPr/>
          <p:nvPr/>
        </p:nvSpPr>
        <p:spPr>
          <a:xfrm>
            <a:off x="4336870" y="1484811"/>
            <a:ext cx="4794068" cy="2656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method using Manual build in Team Builder for </a:t>
            </a:r>
            <a:r>
              <a:rPr lang="en-US" sz="4267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r>
              <a:rPr lang="en-US" sz="4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models  </a:t>
            </a:r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1825958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33600" y="426720"/>
            <a:ext cx="91440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•  lecture_explainer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609600" y="9997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system message for  lecture_explainer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609600" y="1731264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tutor who explains the lecture clearly for a smart beginner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2621280"/>
            <a:ext cx="402336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600" y="2621280"/>
            <a:ext cx="4023360" cy="121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2072640" y="3048000"/>
            <a:ext cx="1097280" cy="10972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0" y="3291840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2480" y="426720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lecture_explainer</a:t>
            </a:r>
            <a:endParaRPr lang="en-US" sz="1867" dirty="0"/>
          </a:p>
        </p:txBody>
      </p:sp>
      <p:sp>
        <p:nvSpPr>
          <p:cNvPr id="12" name="Shape 9"/>
          <p:cNvSpPr/>
          <p:nvPr/>
        </p:nvSpPr>
        <p:spPr>
          <a:xfrm>
            <a:off x="1219200" y="4754880"/>
            <a:ext cx="2804160" cy="24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853440" y="4876800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end with line: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1280160" y="5242560"/>
            <a:ext cx="2682240" cy="487680"/>
          </a:xfrm>
          <a:prstGeom prst="roundRect">
            <a:avLst>
              <a:gd name="adj" fmla="val 10000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1280160" y="5242560"/>
            <a:ext cx="2682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EXPLANATION_DONE</a:t>
            </a:r>
            <a:endParaRPr lang="en-US" sz="1467" dirty="0"/>
          </a:p>
        </p:txBody>
      </p:sp>
      <p:sp>
        <p:nvSpPr>
          <p:cNvPr id="16" name="Shape 13"/>
          <p:cNvSpPr/>
          <p:nvPr/>
        </p:nvSpPr>
        <p:spPr>
          <a:xfrm>
            <a:off x="4998720" y="2621280"/>
            <a:ext cx="6583680" cy="3657600"/>
          </a:xfrm>
          <a:prstGeom prst="roundRect">
            <a:avLst>
              <a:gd name="adj" fmla="val 3333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4"/>
          <p:cNvSpPr/>
          <p:nvPr/>
        </p:nvSpPr>
        <p:spPr>
          <a:xfrm>
            <a:off x="4998720" y="2621280"/>
            <a:ext cx="6583680" cy="487680"/>
          </a:xfrm>
          <a:prstGeom prst="rect">
            <a:avLst/>
          </a:prstGeom>
          <a:solidFill>
            <a:srgbClr val="0A3B40"/>
          </a:solidFill>
          <a:ln w="12700">
            <a:solidFill>
              <a:srgbClr val="0A3B4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5242560" y="2621280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 prompt   (key responsibilities)</a:t>
            </a:r>
            <a:endParaRPr lang="en-US" sz="1333" dirty="0"/>
          </a:p>
        </p:txBody>
      </p:sp>
      <p:sp>
        <p:nvSpPr>
          <p:cNvPr id="19" name="Text 16"/>
          <p:cNvSpPr/>
          <p:nvPr/>
        </p:nvSpPr>
        <p:spPr>
          <a:xfrm>
            <a:off x="5303520" y="3230880"/>
            <a:ext cx="5974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lecture content the student pastes in.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clear, structured explanation of the main ideas.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short paragraphs, concrete examples, and analogies.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facts — if something is unclear, say so explicitly.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summarize or write a quiz — other agents handle those.</a:t>
            </a:r>
            <a:endParaRPr lang="en-US" sz="1533" dirty="0"/>
          </a:p>
        </p:txBody>
      </p:sp>
      <p:sp>
        <p:nvSpPr>
          <p:cNvPr id="20" name="Shape 17"/>
          <p:cNvSpPr/>
          <p:nvPr/>
        </p:nvSpPr>
        <p:spPr>
          <a:xfrm>
            <a:off x="0" y="6608064"/>
            <a:ext cx="12192000" cy="12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/>
          <p:nvPr/>
        </p:nvSpPr>
        <p:spPr>
          <a:xfrm>
            <a:off x="609600" y="664464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Multi-Agent Systems  •  AutoGen Studio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363200" y="664464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BA4C5-342D-259A-603D-AE597FF5D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968" y="0"/>
            <a:ext cx="5252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78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33600" y="426720"/>
            <a:ext cx="91440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•  lecture_summarizer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609600" y="9997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system message for  lecture_summarizer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609600" y="1731264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note-taker who condenses the lecture into crisp bullets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2621280"/>
            <a:ext cx="402336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600" y="2621280"/>
            <a:ext cx="4023360" cy="121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2072640" y="3048000"/>
            <a:ext cx="1097280" cy="10972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0" y="3291840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2480" y="426720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lecture_summarizer</a:t>
            </a:r>
            <a:endParaRPr lang="en-US" sz="1867" dirty="0"/>
          </a:p>
        </p:txBody>
      </p:sp>
      <p:sp>
        <p:nvSpPr>
          <p:cNvPr id="12" name="Shape 9"/>
          <p:cNvSpPr/>
          <p:nvPr/>
        </p:nvSpPr>
        <p:spPr>
          <a:xfrm>
            <a:off x="1219200" y="4754880"/>
            <a:ext cx="2804160" cy="24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853440" y="4876800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end with line: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1280160" y="5242560"/>
            <a:ext cx="2682240" cy="487680"/>
          </a:xfrm>
          <a:prstGeom prst="roundRect">
            <a:avLst>
              <a:gd name="adj" fmla="val 10000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1280160" y="5242560"/>
            <a:ext cx="2682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SUMMARY_DONE</a:t>
            </a:r>
            <a:endParaRPr lang="en-US" sz="1467" dirty="0"/>
          </a:p>
        </p:txBody>
      </p:sp>
      <p:sp>
        <p:nvSpPr>
          <p:cNvPr id="16" name="Shape 13"/>
          <p:cNvSpPr/>
          <p:nvPr/>
        </p:nvSpPr>
        <p:spPr>
          <a:xfrm>
            <a:off x="4998720" y="2621280"/>
            <a:ext cx="6583680" cy="3657600"/>
          </a:xfrm>
          <a:prstGeom prst="roundRect">
            <a:avLst>
              <a:gd name="adj" fmla="val 3333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4"/>
          <p:cNvSpPr/>
          <p:nvPr/>
        </p:nvSpPr>
        <p:spPr>
          <a:xfrm>
            <a:off x="4998720" y="2621280"/>
            <a:ext cx="6583680" cy="487680"/>
          </a:xfrm>
          <a:prstGeom prst="rect">
            <a:avLst/>
          </a:prstGeom>
          <a:solidFill>
            <a:srgbClr val="0A3B40"/>
          </a:solidFill>
          <a:ln w="12700">
            <a:solidFill>
              <a:srgbClr val="0A3B4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5242560" y="2621280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 prompt   (key responsibilities)</a:t>
            </a:r>
            <a:endParaRPr lang="en-US" sz="1333" dirty="0"/>
          </a:p>
        </p:txBody>
      </p:sp>
      <p:sp>
        <p:nvSpPr>
          <p:cNvPr id="19" name="Text 16"/>
          <p:cNvSpPr/>
          <p:nvPr/>
        </p:nvSpPr>
        <p:spPr>
          <a:xfrm>
            <a:off x="5303520" y="3230880"/>
            <a:ext cx="5974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lecture content and the previous explanation.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to 8 bullet points — each a complete, self-contained idea.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concrete facts and key terms over vague phrases.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re-explain in detail — explanation is already done.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write a quiz or define terms — other agents handle those.</a:t>
            </a:r>
            <a:endParaRPr lang="en-US" sz="1533" dirty="0"/>
          </a:p>
        </p:txBody>
      </p:sp>
      <p:sp>
        <p:nvSpPr>
          <p:cNvPr id="20" name="Shape 17"/>
          <p:cNvSpPr/>
          <p:nvPr/>
        </p:nvSpPr>
        <p:spPr>
          <a:xfrm>
            <a:off x="0" y="6608064"/>
            <a:ext cx="12192000" cy="12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/>
          <p:nvPr/>
        </p:nvSpPr>
        <p:spPr>
          <a:xfrm>
            <a:off x="609600" y="664464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Multi-Agent Systems  •  AutoGen Studio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363200" y="664464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4A0A61-9838-E643-256F-3A889D1B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237" y="0"/>
            <a:ext cx="5137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26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33600" y="426720"/>
            <a:ext cx="91440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•  quiz_helper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609600" y="9997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system message for  quiz_helper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609600" y="1731264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quiz creator producing formative self-assessment questions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2621280"/>
            <a:ext cx="402336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600" y="2621280"/>
            <a:ext cx="4023360" cy="121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2072640" y="3048000"/>
            <a:ext cx="1097280" cy="10972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0" y="3291840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2480" y="426720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quiz_helper</a:t>
            </a:r>
            <a:endParaRPr lang="en-US" sz="1867" dirty="0"/>
          </a:p>
        </p:txBody>
      </p:sp>
      <p:sp>
        <p:nvSpPr>
          <p:cNvPr id="12" name="Shape 9"/>
          <p:cNvSpPr/>
          <p:nvPr/>
        </p:nvSpPr>
        <p:spPr>
          <a:xfrm>
            <a:off x="1219200" y="4754880"/>
            <a:ext cx="2804160" cy="24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853440" y="4876800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end with line: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1280160" y="5242560"/>
            <a:ext cx="2682240" cy="487680"/>
          </a:xfrm>
          <a:prstGeom prst="roundRect">
            <a:avLst>
              <a:gd name="adj" fmla="val 10000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1280160" y="5242560"/>
            <a:ext cx="2682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QUIZ_DONE</a:t>
            </a:r>
            <a:endParaRPr lang="en-US" sz="1467" dirty="0"/>
          </a:p>
        </p:txBody>
      </p:sp>
      <p:sp>
        <p:nvSpPr>
          <p:cNvPr id="16" name="Shape 13"/>
          <p:cNvSpPr/>
          <p:nvPr/>
        </p:nvSpPr>
        <p:spPr>
          <a:xfrm>
            <a:off x="4998720" y="2621280"/>
            <a:ext cx="6583680" cy="3657600"/>
          </a:xfrm>
          <a:prstGeom prst="roundRect">
            <a:avLst>
              <a:gd name="adj" fmla="val 3333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4"/>
          <p:cNvSpPr/>
          <p:nvPr/>
        </p:nvSpPr>
        <p:spPr>
          <a:xfrm>
            <a:off x="4998720" y="2621280"/>
            <a:ext cx="6583680" cy="487680"/>
          </a:xfrm>
          <a:prstGeom prst="rect">
            <a:avLst/>
          </a:prstGeom>
          <a:solidFill>
            <a:srgbClr val="0A3B40"/>
          </a:solidFill>
          <a:ln w="12700">
            <a:solidFill>
              <a:srgbClr val="0A3B4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5242560" y="2621280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 prompt   (key responsibilities)</a:t>
            </a:r>
            <a:endParaRPr lang="en-US" sz="1333" dirty="0"/>
          </a:p>
        </p:txBody>
      </p:sp>
      <p:sp>
        <p:nvSpPr>
          <p:cNvPr id="19" name="Text 16"/>
          <p:cNvSpPr/>
          <p:nvPr/>
        </p:nvSpPr>
        <p:spPr>
          <a:xfrm>
            <a:off x="5303520" y="3230880"/>
            <a:ext cx="5974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lecture and summary, create exactly 20 quiz questions.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types: 2 multiple choice (4 options), 2 short answer, 1 open-ended.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questions must be answerable from the provided lecture only.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Answer Key with a one-line justification for each answer.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re-explain the lecture or define terms — that is already done.</a:t>
            </a:r>
            <a:endParaRPr lang="en-US" sz="1533" dirty="0"/>
          </a:p>
        </p:txBody>
      </p:sp>
      <p:sp>
        <p:nvSpPr>
          <p:cNvPr id="20" name="Shape 17"/>
          <p:cNvSpPr/>
          <p:nvPr/>
        </p:nvSpPr>
        <p:spPr>
          <a:xfrm>
            <a:off x="0" y="6608064"/>
            <a:ext cx="12192000" cy="12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/>
          <p:nvPr/>
        </p:nvSpPr>
        <p:spPr>
          <a:xfrm>
            <a:off x="609600" y="664464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Multi-Agent Systems  •  AutoGen Studio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363200" y="664464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F46B5-B002-657D-2168-06F13EF01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116" y="0"/>
            <a:ext cx="5245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62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33600" y="426720"/>
            <a:ext cx="91440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•  terminology_agent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609600" y="9997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system message for  terminology_agent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609600" y="1731264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glossary builder that explains the key domain terms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2621280"/>
            <a:ext cx="402336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600" y="2621280"/>
            <a:ext cx="4023360" cy="121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2072640" y="3048000"/>
            <a:ext cx="1097280" cy="10972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0" y="3291840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2480" y="4267200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terminology_agent</a:t>
            </a:r>
            <a:endParaRPr lang="en-US" sz="1867" dirty="0"/>
          </a:p>
        </p:txBody>
      </p:sp>
      <p:sp>
        <p:nvSpPr>
          <p:cNvPr id="12" name="Shape 9"/>
          <p:cNvSpPr/>
          <p:nvPr/>
        </p:nvSpPr>
        <p:spPr>
          <a:xfrm>
            <a:off x="1219200" y="4754880"/>
            <a:ext cx="2804160" cy="24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853440" y="4876800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end with line: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1280160" y="5242560"/>
            <a:ext cx="2682240" cy="487680"/>
          </a:xfrm>
          <a:prstGeom prst="roundRect">
            <a:avLst>
              <a:gd name="adj" fmla="val 10000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1280160" y="5242560"/>
            <a:ext cx="2682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TERMINATE</a:t>
            </a:r>
            <a:endParaRPr lang="en-US" sz="1467" dirty="0"/>
          </a:p>
        </p:txBody>
      </p:sp>
      <p:sp>
        <p:nvSpPr>
          <p:cNvPr id="16" name="Shape 13"/>
          <p:cNvSpPr/>
          <p:nvPr/>
        </p:nvSpPr>
        <p:spPr>
          <a:xfrm>
            <a:off x="4998720" y="2621280"/>
            <a:ext cx="6583680" cy="3657600"/>
          </a:xfrm>
          <a:prstGeom prst="roundRect">
            <a:avLst>
              <a:gd name="adj" fmla="val 3333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4"/>
          <p:cNvSpPr/>
          <p:nvPr/>
        </p:nvSpPr>
        <p:spPr>
          <a:xfrm>
            <a:off x="4998720" y="2621280"/>
            <a:ext cx="6583680" cy="487680"/>
          </a:xfrm>
          <a:prstGeom prst="rect">
            <a:avLst/>
          </a:prstGeom>
          <a:solidFill>
            <a:srgbClr val="0A3B40"/>
          </a:solidFill>
          <a:ln w="12700">
            <a:solidFill>
              <a:srgbClr val="0A3B4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5242560" y="2621280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 prompt   (key responsibilities)</a:t>
            </a:r>
            <a:endParaRPr lang="en-US" sz="1333" dirty="0"/>
          </a:p>
        </p:txBody>
      </p:sp>
      <p:sp>
        <p:nvSpPr>
          <p:cNvPr id="19" name="Text 16"/>
          <p:cNvSpPr/>
          <p:nvPr/>
        </p:nvSpPr>
        <p:spPr>
          <a:xfrm>
            <a:off x="5303520" y="3230880"/>
            <a:ext cx="5974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6–10 most important technical terms in the lecture.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term: the term in bold, a 1-sentence plain definition, a short example.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terms a first-time reader would not already know.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what other agents have said.</a:t>
            </a:r>
            <a:endParaRPr lang="en-US" sz="1533" dirty="0"/>
          </a:p>
          <a:p>
            <a:pPr>
              <a:spcAft>
                <a:spcPts val="533"/>
              </a:spcAft>
            </a:pPr>
            <a:r>
              <a:rPr lang="en-US" sz="1533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your reply with the termination keyword on its own line.</a:t>
            </a:r>
            <a:endParaRPr lang="en-US" sz="1533" dirty="0"/>
          </a:p>
        </p:txBody>
      </p:sp>
      <p:sp>
        <p:nvSpPr>
          <p:cNvPr id="20" name="Shape 17"/>
          <p:cNvSpPr/>
          <p:nvPr/>
        </p:nvSpPr>
        <p:spPr>
          <a:xfrm>
            <a:off x="0" y="6608064"/>
            <a:ext cx="12192000" cy="12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/>
          <p:nvPr/>
        </p:nvSpPr>
        <p:spPr>
          <a:xfrm>
            <a:off x="609600" y="664464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Multi-Agent Systems  •  AutoGen Studio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363200" y="664464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FE4BC-6E6F-17D8-7A9C-C17589D1B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254" y="0"/>
            <a:ext cx="51454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99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33600" y="426720"/>
            <a:ext cx="91440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RULES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609600" y="9753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team's termination conditions</a:t>
            </a:r>
            <a:endParaRPr lang="en-US" sz="4267" dirty="0"/>
          </a:p>
        </p:txBody>
      </p:sp>
      <p:sp>
        <p:nvSpPr>
          <p:cNvPr id="6" name="Text 4"/>
          <p:cNvSpPr/>
          <p:nvPr/>
        </p:nvSpPr>
        <p:spPr>
          <a:xfrm>
            <a:off x="609600" y="1804416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AutoGen when the multi-agent chat should stop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609600" y="2682240"/>
            <a:ext cx="5364480" cy="3413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600" y="2682240"/>
            <a:ext cx="5364480" cy="975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914400" y="3023616"/>
            <a:ext cx="670560" cy="67056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96" y="318211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67840" y="3048000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TextMentionTermination</a:t>
            </a:r>
            <a:endParaRPr lang="en-US" sz="1867" dirty="0"/>
          </a:p>
        </p:txBody>
      </p:sp>
      <p:sp>
        <p:nvSpPr>
          <p:cNvPr id="12" name="Text 9"/>
          <p:cNvSpPr/>
          <p:nvPr/>
        </p:nvSpPr>
        <p:spPr>
          <a:xfrm>
            <a:off x="1767840" y="343814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any agent emits this keyword</a:t>
            </a:r>
            <a:endParaRPr lang="en-US" sz="1467" dirty="0"/>
          </a:p>
        </p:txBody>
      </p:sp>
      <p:sp>
        <p:nvSpPr>
          <p:cNvPr id="13" name="Text 10"/>
          <p:cNvSpPr/>
          <p:nvPr/>
        </p:nvSpPr>
        <p:spPr>
          <a:xfrm>
            <a:off x="914400" y="408432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value: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914400" y="4413504"/>
            <a:ext cx="4754880" cy="609600"/>
          </a:xfrm>
          <a:prstGeom prst="roundRect">
            <a:avLst>
              <a:gd name="adj" fmla="val 12000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1133856" y="4559808"/>
            <a:ext cx="43159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TERMINATE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914400" y="5181600"/>
            <a:ext cx="47548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terminology_agent ends its reply with this, so the chat halts after the glossary step.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2682240"/>
            <a:ext cx="5364480" cy="3413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5"/>
          <p:cNvSpPr/>
          <p:nvPr/>
        </p:nvSpPr>
        <p:spPr>
          <a:xfrm>
            <a:off x="6217920" y="2682240"/>
            <a:ext cx="5364480" cy="975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6"/>
          <p:cNvSpPr/>
          <p:nvPr/>
        </p:nvSpPr>
        <p:spPr>
          <a:xfrm>
            <a:off x="6522720" y="3023616"/>
            <a:ext cx="670560" cy="67056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216" y="318211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76160" y="3048000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MaxMessageTermination</a:t>
            </a:r>
            <a:endParaRPr lang="en-US" sz="1867" dirty="0"/>
          </a:p>
        </p:txBody>
      </p:sp>
      <p:sp>
        <p:nvSpPr>
          <p:cNvPr id="22" name="Text 18"/>
          <p:cNvSpPr/>
          <p:nvPr/>
        </p:nvSpPr>
        <p:spPr>
          <a:xfrm>
            <a:off x="7376160" y="343814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this many total messages</a:t>
            </a:r>
            <a:endParaRPr lang="en-US" sz="1467" dirty="0"/>
          </a:p>
        </p:txBody>
      </p:sp>
      <p:sp>
        <p:nvSpPr>
          <p:cNvPr id="23" name="Text 19"/>
          <p:cNvSpPr/>
          <p:nvPr/>
        </p:nvSpPr>
        <p:spPr>
          <a:xfrm>
            <a:off x="6522720" y="408432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</a:t>
            </a:r>
            <a:endParaRPr lang="en-US" sz="1333" dirty="0"/>
          </a:p>
        </p:txBody>
      </p:sp>
      <p:sp>
        <p:nvSpPr>
          <p:cNvPr id="24" name="Shape 20"/>
          <p:cNvSpPr/>
          <p:nvPr/>
        </p:nvSpPr>
        <p:spPr>
          <a:xfrm>
            <a:off x="6522720" y="4413504"/>
            <a:ext cx="4754880" cy="609600"/>
          </a:xfrm>
          <a:prstGeom prst="roundRect">
            <a:avLst>
              <a:gd name="adj" fmla="val 12000"/>
            </a:avLst>
          </a:prstGeom>
          <a:solidFill>
            <a:srgbClr val="0B2B2F"/>
          </a:solidFill>
          <a:ln w="12700">
            <a:solidFill>
              <a:srgbClr val="0B2B2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1"/>
          <p:cNvSpPr/>
          <p:nvPr/>
        </p:nvSpPr>
        <p:spPr>
          <a:xfrm>
            <a:off x="6742176" y="4559808"/>
            <a:ext cx="43159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67" dirty="0"/>
          </a:p>
        </p:txBody>
      </p:sp>
      <p:sp>
        <p:nvSpPr>
          <p:cNvPr id="26" name="Text 22"/>
          <p:cNvSpPr/>
          <p:nvPr/>
        </p:nvSpPr>
        <p:spPr>
          <a:xfrm>
            <a:off x="6522720" y="5181600"/>
            <a:ext cx="47548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net in case an agent forgets to emit the keyword.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0" y="6608064"/>
            <a:ext cx="12192000" cy="12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4"/>
          <p:cNvSpPr/>
          <p:nvPr/>
        </p:nvSpPr>
        <p:spPr>
          <a:xfrm>
            <a:off x="609600" y="664464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Multi-Agent Systems  •  AutoGen Studio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0363200" y="664464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25C3D-92EF-A13D-DBCB-601D3AAEA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83" y="190048"/>
            <a:ext cx="9021434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32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1AAC5060-0BEE-DF0B-B44E-ADA0CD41EEE3}"/>
              </a:ext>
            </a:extLst>
          </p:cNvPr>
          <p:cNvSpPr/>
          <p:nvPr/>
        </p:nvSpPr>
        <p:spPr>
          <a:xfrm>
            <a:off x="4410891" y="2177142"/>
            <a:ext cx="3766457" cy="997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method using JSON file</a:t>
            </a:r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1977845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A9495C-FFA7-466E-3579-8FB59798C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4104"/>
            <a:ext cx="12192000" cy="544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5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870B19-F58E-CCAF-BF1F-5447B325C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45" y="0"/>
            <a:ext cx="11601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23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4C24DE53-A87B-AAC0-78DF-62E7963B2A12}"/>
              </a:ext>
            </a:extLst>
          </p:cNvPr>
          <p:cNvSpPr/>
          <p:nvPr/>
        </p:nvSpPr>
        <p:spPr>
          <a:xfrm>
            <a:off x="2926080" y="2039982"/>
            <a:ext cx="6061165" cy="1389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paste your </a:t>
            </a:r>
            <a:r>
              <a:rPr lang="en-US" sz="4267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api_key</a:t>
            </a:r>
            <a:r>
              <a:rPr lang="en-US" sz="4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</a:t>
            </a:r>
            <a:r>
              <a:rPr lang="en-US" sz="4267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r>
              <a:rPr lang="en-US" sz="4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test</a:t>
            </a:r>
            <a:endParaRPr lang="en-US" sz="42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E35D6-E936-B8D9-4673-7F81EF4677EC}"/>
              </a:ext>
            </a:extLst>
          </p:cNvPr>
          <p:cNvSpPr txBox="1"/>
          <p:nvPr/>
        </p:nvSpPr>
        <p:spPr>
          <a:xfrm>
            <a:off x="1199824" y="3752479"/>
            <a:ext cx="2457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https://openrouter.ai/</a:t>
            </a:r>
          </a:p>
        </p:txBody>
      </p:sp>
    </p:spTree>
    <p:extLst>
      <p:ext uri="{BB962C8B-B14F-4D97-AF65-F5344CB8AC3E}">
        <p14:creationId xmlns:p14="http://schemas.microsoft.com/office/powerpoint/2010/main" val="4071106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099C7D4F-BDF8-CCF3-73D4-20C3B9D63E81}"/>
              </a:ext>
            </a:extLst>
          </p:cNvPr>
          <p:cNvSpPr/>
          <p:nvPr/>
        </p:nvSpPr>
        <p:spPr>
          <a:xfrm>
            <a:off x="2926080" y="2039982"/>
            <a:ext cx="6061165" cy="1389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109046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1459</Words>
  <Application>Microsoft Office PowerPoint</Application>
  <PresentationFormat>Widescreen</PresentationFormat>
  <Paragraphs>216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Aptos Mono</vt:lpstr>
      <vt:lpstr>Arial</vt:lpstr>
      <vt:lpstr>Calibri</vt:lpstr>
      <vt:lpstr>Consolas</vt:lpstr>
      <vt:lpstr>Office Theme</vt:lpstr>
      <vt:lpstr>API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Wael Rahhal</dc:creator>
  <cp:lastModifiedBy>Wael Rahhal</cp:lastModifiedBy>
  <cp:revision>1</cp:revision>
  <dcterms:created xsi:type="dcterms:W3CDTF">2026-04-26T21:04:52Z</dcterms:created>
  <dcterms:modified xsi:type="dcterms:W3CDTF">2026-04-29T12:14:50Z</dcterms:modified>
</cp:coreProperties>
</file>
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0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8B9E-1A3D-F66F-964F-36A678511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5F855-F8F3-D81E-EA24-94F3BA828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8C93-37F6-DD4E-9BE3-FC72453E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0F404-0905-D776-33B2-09FBC860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6539-8127-04F8-8C6F-80EBFAB5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0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7F0D-C67C-0B08-A825-CABB7878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11E9-8D8C-130E-00FB-AFB1BE37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A22F-2085-366C-0C2E-15078608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8D879-0D3B-1EB4-7364-6D3731EB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8EE0-754A-61B8-7F21-61D0F7BB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5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8C4E7-D0E4-6DD2-595D-DFA521D9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C72E9-3F6D-229F-4E3C-AC0971665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B7186-D9A4-1C11-5201-9C910459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1E9FC-3995-119E-D847-E298D71D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36F01-2450-DF7C-A9FC-5436B734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4475-84CA-EB03-36B5-64E5E1CD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75D7-630A-4B7D-48AB-0D44F7A39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0B5B6-8ADE-E1B8-5145-AACC9B75D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DC8E9-30AD-144C-CD51-D9E0FC3EF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E1BE3-9346-0C7E-96B7-9EF57DF0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5515-BFC5-9979-DF56-6DD30212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2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E093-BF47-0892-3013-EEAE9F8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2291D-30DB-B8CB-06B5-BCDBF9291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E2F69-F820-2DAE-D929-9C30F6A81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78C8F-51AA-2E5F-F53D-8C55F6B7A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56F6D-2356-496B-0362-BBE5548A5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FCD61-DDD2-31FF-C515-9937492D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3B30E-96B1-7C74-8B14-00B70175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7EADF-4D9D-FCF1-9873-4A720D0B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4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B38C-E63A-6D88-23A0-C29162F8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DBBA2-812F-2302-031B-E366CBBA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4ED91-1235-277F-75B0-13ECC9C0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8DA10-2901-A744-4D83-5E499123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2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0C77F-9263-94ED-7B59-701B5C64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0D7D0-8FD1-67FD-C003-A04F2E37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9425-9558-DD03-5CBB-41890BBF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6334-6887-AA69-4974-15774C0D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50864-A909-FC05-F8F4-C820A438C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296FC-5CEA-9BD2-7209-E5A1CA60C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21756-4BBB-04DC-0268-996FEDAA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712D2-0AA1-33E6-AFC3-C4D5ECA5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3D9C4-795B-F7AB-999B-EB387145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57A0-C760-8A6C-B0B2-FB54FAC4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78D3F-99C7-726C-BBA7-C489F362C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5FEB2-F27C-8813-70AB-C4F6AAB18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683D9-8C9F-F1E0-1718-E28580DE6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BC343-DB98-A290-0462-D4BC107C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FFE2C-27FD-3996-8970-348688A7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85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F931-0F6C-4936-C749-8DC313D6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AD514-7A5D-58A8-1997-CF8B5C62A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11769-9A4E-414D-7214-CBE39AEB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9CCD3-7D11-92C8-2085-6C2716B3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B734-E452-D0BB-F50C-FED64054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5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C9989-ABA0-287C-775E-CA44B5624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C22A8-E4CB-6061-1D10-37CB537D1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E5B77-9BF0-712A-175F-D44E9D61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ADB53-CBCF-21DA-FE59-B21A6E4F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C030F-3EF8-A358-D0AC-0C752F8D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675A1-C7EF-B92D-F03A-35391A95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75FDF-3A0C-11B8-6C15-9D1A5EBF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FC3B7-0F0B-1518-FA1E-1791328A7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14AC2-C97C-4AD2-B395-4C68AA3B75F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5C086-70EE-B621-92D0-57B94D1F2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6D62-4975-5DA1-B06B-E4EF2FE57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59BF6-6F46-444D-9906-F9F5D0EAC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27200-E5A5-62CF-E176-CDB1B0D92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787"/>
            <a:ext cx="12192000" cy="55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0698CC-6823-11A9-E7CF-A2529637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204"/>
            <a:ext cx="12192000" cy="553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48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D4FDB-7277-CB43-286F-3B67D619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71"/>
            <a:ext cx="12192000" cy="54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C8E51-9C3A-F16D-F189-27896A0A9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64" y="0"/>
            <a:ext cx="10608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0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8B680F-119D-13CC-15F4-0D922D96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325"/>
            <a:ext cx="12192000" cy="51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7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12EA8-9BA9-7ECA-678C-33BC2774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301"/>
            <a:ext cx="12192000" cy="540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2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41AC3-11FE-54D2-C6E5-9B3614313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600"/>
            <a:ext cx="12192000" cy="52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8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1E81AB-C57C-84B6-1852-12AC9CF20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534"/>
            <a:ext cx="12192000" cy="52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4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6084BF-EED8-A717-AD3E-E9E8E7AB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699"/>
            <a:ext cx="12192000" cy="54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3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4F1C35-C8EB-9243-2D3A-EA7EE406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385"/>
            <a:ext cx="12192000" cy="541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8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3F2370-2C50-185C-E050-B34BC800BEAD}"/>
              </a:ext>
            </a:extLst>
          </p:cNvPr>
          <p:cNvSpPr txBox="1"/>
          <p:nvPr/>
        </p:nvSpPr>
        <p:spPr>
          <a:xfrm>
            <a:off x="3046912" y="2828836"/>
            <a:ext cx="60938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App name: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n8n Google Drive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User support email:</a:t>
            </a:r>
            <a:r>
              <a:rPr lang="en-US" dirty="0"/>
              <a:t> your Gmail account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Audience:</a:t>
            </a:r>
            <a:r>
              <a:rPr lang="en-US" dirty="0"/>
              <a:t> choose </a:t>
            </a:r>
            <a:r>
              <a:rPr lang="en-US" b="1" dirty="0"/>
              <a:t>External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Contact information:</a:t>
            </a:r>
            <a:r>
              <a:rPr lang="en-US" dirty="0"/>
              <a:t> your Gmail account</a:t>
            </a:r>
          </a:p>
        </p:txBody>
      </p:sp>
    </p:spTree>
    <p:extLst>
      <p:ext uri="{BB962C8B-B14F-4D97-AF65-F5344CB8AC3E}">
        <p14:creationId xmlns:p14="http://schemas.microsoft.com/office/powerpoint/2010/main" val="3520381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2BA43D-9B9D-3761-E155-6CB4DDE6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722"/>
            <a:ext cx="12192000" cy="508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3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066346-07F0-4A91-9617-74FBE51F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6483"/>
            <a:ext cx="12192000" cy="54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8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BE8B9A-A9E6-C901-8775-5F0436E7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200"/>
            <a:ext cx="12192000" cy="54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08B6F2-8A1E-6615-4F2C-723C8D3BEF07}"/>
              </a:ext>
            </a:extLst>
          </p:cNvPr>
          <p:cNvSpPr txBox="1"/>
          <p:nvPr/>
        </p:nvSpPr>
        <p:spPr>
          <a:xfrm>
            <a:off x="3046912" y="1305342"/>
            <a:ext cx="609382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Keep </a:t>
            </a:r>
            <a:r>
              <a:rPr lang="en-US" b="1" dirty="0"/>
              <a:t>Application type</a:t>
            </a:r>
            <a:r>
              <a:rPr lang="en-US" dirty="0"/>
              <a:t> as </a:t>
            </a:r>
            <a:r>
              <a:rPr lang="en-US" b="1" dirty="0"/>
              <a:t>Web application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b="1" dirty="0"/>
              <a:t>Name</a:t>
            </a:r>
            <a:r>
              <a:rPr lang="en-US" dirty="0"/>
              <a:t>, you can change </a:t>
            </a:r>
            <a:r>
              <a:rPr lang="en-US" dirty="0">
                <a:latin typeface="Courier New" panose="02070309020205020404" pitchFamily="49" charset="0"/>
              </a:rPr>
              <a:t>Web client 1</a:t>
            </a:r>
            <a:r>
              <a:rPr lang="en-US" dirty="0"/>
              <a:t> to something clearer, such as </a:t>
            </a:r>
            <a:r>
              <a:rPr lang="en-US" b="1" dirty="0">
                <a:latin typeface="Courier New" panose="02070309020205020404" pitchFamily="49" charset="0"/>
              </a:rPr>
              <a:t>n8n Google Drive Client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Leave </a:t>
            </a:r>
            <a:r>
              <a:rPr lang="en-US" b="1" dirty="0"/>
              <a:t>Authorized JavaScript origins</a:t>
            </a:r>
            <a:r>
              <a:rPr lang="en-US" dirty="0"/>
              <a:t> completely empty. You don't need it for this n8n OAuth connection.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Scroll farther down until you see </a:t>
            </a:r>
            <a:r>
              <a:rPr lang="en-US" b="1" dirty="0"/>
              <a:t>Authorized redirect URIs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+ Add URI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Now </a:t>
            </a:r>
            <a:r>
              <a:rPr lang="en-US" b="1" dirty="0"/>
              <a:t>do not guess the URI</a:t>
            </a:r>
            <a:r>
              <a:rPr lang="en-US" dirty="0"/>
              <a:t>. Go back to n8n and open your Google Drive credential. At the top of that credential, n8n shows an </a:t>
            </a:r>
            <a:r>
              <a:rPr lang="en-US" b="1" dirty="0"/>
              <a:t>OAuth Redirect URL</a:t>
            </a:r>
            <a:r>
              <a:rPr lang="en-US" dirty="0"/>
              <a:t>. In your local installation it will likely be: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http://localhost:5678/rest/oauth2-credential/callback</a:t>
            </a:r>
          </a:p>
        </p:txBody>
      </p:sp>
    </p:spTree>
    <p:extLst>
      <p:ext uri="{BB962C8B-B14F-4D97-AF65-F5344CB8AC3E}">
        <p14:creationId xmlns:p14="http://schemas.microsoft.com/office/powerpoint/2010/main" val="348167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D250CA-F7B4-1FC2-6FF3-BE229BA4D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177"/>
            <a:ext cx="12192000" cy="50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94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D3923-DFAB-9F98-55F5-42153F61B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274"/>
            <a:ext cx="12192000" cy="549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2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12B74A-35C2-8628-D271-F2FCEB66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086"/>
            <a:ext cx="12192000" cy="54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6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0B50-F009-566E-80F5-AC62F6BD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646" y="1"/>
            <a:ext cx="10515600" cy="705394"/>
          </a:xfrm>
        </p:spPr>
        <p:txBody>
          <a:bodyPr/>
          <a:lstStyle/>
          <a:p>
            <a:pPr algn="ctr"/>
            <a:r>
              <a:rPr lang="en-US" dirty="0"/>
              <a:t>In n8n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0C557-683B-1D1A-1E4A-C83A6221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802"/>
            <a:ext cx="12192000" cy="59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8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392AF-657F-39BF-168C-28EC1DCC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420" y="0"/>
            <a:ext cx="6923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23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E1E0-AEE4-856B-834F-E6B4F154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8202-9E1F-0653-0397-00DB4A37F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8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9CE3EA-E038-DB31-0116-A093C8AC8DD5}"/>
              </a:ext>
            </a:extLst>
          </p:cNvPr>
          <p:cNvSpPr txBox="1"/>
          <p:nvPr/>
        </p:nvSpPr>
        <p:spPr>
          <a:xfrm>
            <a:off x="3046912" y="889844"/>
            <a:ext cx="60938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Go back to the </a:t>
            </a:r>
            <a:r>
              <a:rPr lang="en-US" b="1" dirty="0"/>
              <a:t>same Google Cloud project</a:t>
            </a:r>
            <a:r>
              <a:rPr lang="en-US" dirty="0"/>
              <a:t> you created for n8n:</a:t>
            </a:r>
          </a:p>
          <a:p>
            <a:pPr>
              <a:buNone/>
            </a:pPr>
            <a:r>
              <a:rPr lang="en-US" b="1" dirty="0"/>
              <a:t>Google Cloud Console → Google Auth Platform → Audience</a:t>
            </a:r>
            <a:endParaRPr lang="en-US" dirty="0"/>
          </a:p>
          <a:p>
            <a:pPr>
              <a:buNone/>
            </a:pPr>
            <a:r>
              <a:rPr lang="en-US" dirty="0"/>
              <a:t>On the </a:t>
            </a:r>
            <a:r>
              <a:rPr lang="en-US" b="1" dirty="0"/>
              <a:t>Audience</a:t>
            </a:r>
            <a:r>
              <a:rPr lang="en-US" dirty="0"/>
              <a:t> page, find the </a:t>
            </a:r>
            <a:r>
              <a:rPr lang="en-US" b="1" dirty="0"/>
              <a:t>Test users</a:t>
            </a:r>
            <a:r>
              <a:rPr lang="en-US" dirty="0"/>
              <a:t> section.</a:t>
            </a:r>
          </a:p>
          <a:p>
            <a:pPr>
              <a:buNone/>
            </a:pPr>
            <a:r>
              <a:rPr lang="en-US" dirty="0"/>
              <a:t>Then: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Add users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Enter the exact Google account you're using to connect n8n — in your case, the Gmail account shown on this error screen.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Save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Return to n8n.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b="1" dirty="0"/>
              <a:t>Google Drive account → Sign in with Google</a:t>
            </a:r>
            <a:r>
              <a:rPr lang="en-US" dirty="0"/>
              <a:t> again.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Sign in using the </a:t>
            </a:r>
            <a:r>
              <a:rPr lang="en-US" b="1" dirty="0"/>
              <a:t>same Gmail account that you added as a Test User</a:t>
            </a:r>
            <a:r>
              <a:rPr lang="en-US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Accept the requested Google Drive permissions. </a:t>
            </a:r>
          </a:p>
          <a:p>
            <a:pPr>
              <a:buNone/>
            </a:pPr>
            <a:r>
              <a:rPr lang="en-US" dirty="0"/>
              <a:t>Then the OAuth callback returns to n8n and you should get:</a:t>
            </a:r>
          </a:p>
        </p:txBody>
      </p:sp>
    </p:spTree>
    <p:extLst>
      <p:ext uri="{BB962C8B-B14F-4D97-AF65-F5344CB8AC3E}">
        <p14:creationId xmlns:p14="http://schemas.microsoft.com/office/powerpoint/2010/main" val="137394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42930F-1964-C7ED-DD60-266B799A7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338"/>
            <a:ext cx="12192000" cy="537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80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3416A8-D667-0496-B771-2620BC9F3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259"/>
            <a:ext cx="12192000" cy="53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73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D6A03-59F3-4BAD-E369-77EC21CB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672"/>
            <a:ext cx="12192000" cy="51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61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251</Words>
  <Application>Microsoft Office PowerPoint</Application>
  <PresentationFormat>Widescreen</PresentationFormat>
  <Paragraphs>24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n8n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Wael Rahhal</dc:creator>
  <cp:lastModifiedBy>Wael Rahhal</cp:lastModifiedBy>
  <cp:revision>3</cp:revision>
  <dcterms:created xsi:type="dcterms:W3CDTF">2026-08-10T16:25:01Z</dcterms:created>
  <dcterms:modified xsi:type="dcterms:W3CDTF">2026-08-12T19:49:35Z</dcterms:modified>
</cp:coreProperties>
</file>
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9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5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2" d="100"/>
          <a:sy n="42" d="100"/>
        </p:scale>
        <p:origin x="107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18B9E-1A3D-F66F-964F-36A6785114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35F855-F8F3-D81E-EA24-94F3BA828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38C93-37F6-DD4E-9BE3-FC72453E2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0F404-0905-D776-33B2-09FBC860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86539-8127-04F8-8C6F-80EBFAB54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006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77F0D-C67C-0B08-A825-CABB78781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711E9-8D8C-130E-00FB-AFB1BE3746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2A22F-2085-366C-0C2E-15078608C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8D879-0D3B-1EB4-7364-6D3731EB4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C8EE0-754A-61B8-7F21-61D0F7BBC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952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8C4E7-D0E4-6DD2-595D-DFA521D9A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6C72E9-3F6D-229F-4E3C-AC0971665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4B7186-D9A4-1C11-5201-9C910459E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1E9FC-3995-119E-D847-E298D71D3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536F01-2450-DF7C-A9FC-5436B734D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89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B4475-84CA-EB03-36B5-64E5E1CD0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475D7-630A-4B7D-48AB-0D44F7A39D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0B5B6-8ADE-E1B8-5145-AACC9B75D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CDC8E9-30AD-144C-CD51-D9E0FC3EF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CE1BE3-9346-0C7E-96B7-9EF57DF08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5F5515-BFC5-9979-DF56-6DD30212E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221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E093-BF47-0892-3013-EEAE9F88D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92291D-30DB-B8CB-06B5-BCDBF9291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8E2F69-F820-2DAE-D929-9C30F6A818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278C8F-51AA-2E5F-F53D-8C55F6B7A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356F6D-2356-496B-0362-BBE5548A57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2FCD61-DDD2-31FF-C515-9937492D4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A3B30E-96B1-7C74-8B14-00B701759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57EADF-4D9D-FCF1-9873-4A720D0BA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42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9B38C-E63A-6D88-23A0-C29162F86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9DBBA2-812F-2302-031B-E366CBBAD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34ED91-1235-277F-75B0-13ECC9C0A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88DA10-2901-A744-4D83-5E4991238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322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A0C77F-9263-94ED-7B59-701B5C646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A0D7D0-8FD1-67FD-C003-A04F2E37E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C9425-9558-DD03-5CBB-41890BBFA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850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06334-6887-AA69-4974-15774C0D3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50864-A909-FC05-F8F4-C820A438C9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1296FC-5CEA-9BD2-7209-E5A1CA60C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421756-4BBB-04DC-0268-996FEDAA7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2712D2-0AA1-33E6-AFC3-C4D5ECA54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33D9C4-795B-F7AB-999B-EB387145E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248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657A0-C760-8A6C-B0B2-FB54FAC4E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78D3F-99C7-726C-BBA7-C489F362C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15FEB2-F27C-8813-70AB-C4F6AAB18B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4683D9-8C9F-F1E0-1718-E28580DE6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4BC343-DB98-A290-0462-D4BC107C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CFFE2C-27FD-3996-8970-348688A77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985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2F931-0F6C-4936-C749-8DC313D69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2AD514-7A5D-58A8-1997-CF8B5C62AF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11769-9A4E-414D-7214-CBE39AEB4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9CCD3-7D11-92C8-2085-6C2716B3C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DB734-E452-D0BB-F50C-FED64054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053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EC9989-ABA0-287C-775E-CA44B5624E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0C22A8-E4CB-6061-1D10-37CB537D1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E5B77-9BF0-712A-175F-D44E9D611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14AC2-C97C-4AD2-B395-4C68AA3B75FD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ADB53-CBCF-21DA-FE59-B21A6E4F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1C030F-3EF8-A358-D0AC-0C752F8D7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693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2675A1-C7EF-B92D-F03A-35391A95A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A75FDF-3A0C-11B8-6C15-9D1A5EBFE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FC3B7-0F0B-1518-FA1E-1791328A7A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14AC2-C97C-4AD2-B395-4C68AA3B75FD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5C086-70EE-B621-92D0-57B94D1F2D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96D62-4975-5DA1-B06B-E4EF2FE577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D59BF6-6F46-444D-9906-F9F5D0EA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491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A427200-E5A5-62CF-E176-CDB1B0D92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6787"/>
            <a:ext cx="12192000" cy="558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919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60698CC-6823-11A9-E7CF-A25296378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62204"/>
            <a:ext cx="12192000" cy="5533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748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3D4FDB-7277-CB43-286F-3B67D6191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1371"/>
            <a:ext cx="12192000" cy="547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670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6C8E51-9C3A-F16D-F189-27896A0A9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564" y="0"/>
            <a:ext cx="10608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401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8B680F-119D-13CC-15F4-0D922D968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3325"/>
            <a:ext cx="12192000" cy="519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876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412EA8-9BA9-7ECA-678C-33BC27741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4301"/>
            <a:ext cx="12192000" cy="5409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527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141AC3-11FE-54D2-C6E5-9B3614313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8600"/>
            <a:ext cx="12192000" cy="526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082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1E81AB-C57C-84B6-1852-12AC9CF20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8534"/>
            <a:ext cx="12192000" cy="5260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140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6084BF-EED8-A717-AD3E-E9E8E7ABA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699"/>
            <a:ext cx="12192000" cy="542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335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04F1C35-C8EB-9243-2D3A-EA7EE4066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0385"/>
            <a:ext cx="12192000" cy="541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6849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C3F2370-2C50-185C-E050-B34BC800BEAD}"/>
              </a:ext>
            </a:extLst>
          </p:cNvPr>
          <p:cNvSpPr txBox="1"/>
          <p:nvPr/>
        </p:nvSpPr>
        <p:spPr>
          <a:xfrm>
            <a:off x="3046912" y="2828836"/>
            <a:ext cx="60938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App name: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</a:rPr>
              <a:t>n8n Google Drive</a:t>
            </a:r>
            <a:r>
              <a:rPr lang="en-US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User support email:</a:t>
            </a:r>
            <a:r>
              <a:rPr lang="en-US" dirty="0"/>
              <a:t> your Gmail account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Audience:</a:t>
            </a:r>
            <a:r>
              <a:rPr lang="en-US" dirty="0"/>
              <a:t> choose </a:t>
            </a:r>
            <a:r>
              <a:rPr lang="en-US" b="1" dirty="0"/>
              <a:t>External</a:t>
            </a:r>
            <a:r>
              <a:rPr lang="en-US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 dirty="0"/>
              <a:t>Contact information:</a:t>
            </a:r>
            <a:r>
              <a:rPr lang="en-US" dirty="0"/>
              <a:t> your Gmail account</a:t>
            </a:r>
          </a:p>
        </p:txBody>
      </p:sp>
    </p:spTree>
    <p:extLst>
      <p:ext uri="{BB962C8B-B14F-4D97-AF65-F5344CB8AC3E}">
        <p14:creationId xmlns:p14="http://schemas.microsoft.com/office/powerpoint/2010/main" val="35203815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2BA43D-9B9D-3761-E155-6CB4DDE64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4722"/>
            <a:ext cx="12192000" cy="5088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932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066346-07F0-4A91-9617-74FBE51FE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6483"/>
            <a:ext cx="12192000" cy="5445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788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BE8B9A-A9E6-C901-8775-5F0436E7B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8200"/>
            <a:ext cx="12192000" cy="540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20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C08B6F2-8A1E-6615-4F2C-723C8D3BEF07}"/>
              </a:ext>
            </a:extLst>
          </p:cNvPr>
          <p:cNvSpPr txBox="1"/>
          <p:nvPr/>
        </p:nvSpPr>
        <p:spPr>
          <a:xfrm>
            <a:off x="3046912" y="1305342"/>
            <a:ext cx="609382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+mj-lt"/>
              <a:buAutoNum type="arabicPeriod"/>
            </a:pPr>
            <a:r>
              <a:rPr lang="en-US" dirty="0"/>
              <a:t>Keep </a:t>
            </a:r>
            <a:r>
              <a:rPr lang="en-US" b="1" dirty="0"/>
              <a:t>Application type</a:t>
            </a:r>
            <a:r>
              <a:rPr lang="en-US" dirty="0"/>
              <a:t> as </a:t>
            </a:r>
            <a:r>
              <a:rPr lang="en-US" b="1" dirty="0"/>
              <a:t>Web application</a:t>
            </a:r>
            <a:r>
              <a:rPr lang="en-US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For </a:t>
            </a:r>
            <a:r>
              <a:rPr lang="en-US" b="1" dirty="0"/>
              <a:t>Name</a:t>
            </a:r>
            <a:r>
              <a:rPr lang="en-US" dirty="0"/>
              <a:t>, you can change </a:t>
            </a:r>
            <a:r>
              <a:rPr lang="en-US" dirty="0">
                <a:latin typeface="Courier New" panose="02070309020205020404" pitchFamily="49" charset="0"/>
              </a:rPr>
              <a:t>Web client 1</a:t>
            </a:r>
            <a:r>
              <a:rPr lang="en-US" dirty="0"/>
              <a:t> to something clearer, such as </a:t>
            </a:r>
            <a:r>
              <a:rPr lang="en-US" b="1" dirty="0">
                <a:latin typeface="Courier New" panose="02070309020205020404" pitchFamily="49" charset="0"/>
              </a:rPr>
              <a:t>n8n Google Drive Client</a:t>
            </a:r>
            <a:r>
              <a:rPr lang="en-US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Leave </a:t>
            </a:r>
            <a:r>
              <a:rPr lang="en-US" b="1" dirty="0"/>
              <a:t>Authorized JavaScript origins</a:t>
            </a:r>
            <a:r>
              <a:rPr lang="en-US" dirty="0"/>
              <a:t> completely empty. You don't need it for this n8n OAuth connection.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Scroll farther down until you see </a:t>
            </a:r>
            <a:r>
              <a:rPr lang="en-US" b="1" dirty="0"/>
              <a:t>Authorized redirect URIs</a:t>
            </a:r>
            <a:r>
              <a:rPr lang="en-US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Click </a:t>
            </a:r>
            <a:r>
              <a:rPr lang="en-US" b="1" dirty="0"/>
              <a:t>+ Add URI</a:t>
            </a:r>
            <a:r>
              <a:rPr lang="en-US" dirty="0"/>
              <a:t>. </a:t>
            </a:r>
          </a:p>
          <a:p>
            <a:pPr>
              <a:buNone/>
            </a:pPr>
            <a:r>
              <a:rPr lang="en-US" dirty="0"/>
              <a:t>Now </a:t>
            </a:r>
            <a:r>
              <a:rPr lang="en-US" b="1" dirty="0"/>
              <a:t>do not guess the URI</a:t>
            </a:r>
            <a:r>
              <a:rPr lang="en-US" dirty="0"/>
              <a:t>. Go back to n8n and open your Google Drive credential. At the top of that credential, n8n shows an </a:t>
            </a:r>
            <a:r>
              <a:rPr lang="en-US" b="1" dirty="0"/>
              <a:t>OAuth Redirect URL</a:t>
            </a:r>
            <a:r>
              <a:rPr lang="en-US" dirty="0"/>
              <a:t>. In your local installation it will likely be: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http://localhost:5678/rest/oauth2-credential/callback</a:t>
            </a:r>
          </a:p>
        </p:txBody>
      </p:sp>
    </p:spTree>
    <p:extLst>
      <p:ext uri="{BB962C8B-B14F-4D97-AF65-F5344CB8AC3E}">
        <p14:creationId xmlns:p14="http://schemas.microsoft.com/office/powerpoint/2010/main" val="34816724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8D250CA-F7B4-1FC2-6FF3-BE229BA4D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2177"/>
            <a:ext cx="12192000" cy="5073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4949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04D3923-DFAB-9F98-55F5-42153F61B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2274"/>
            <a:ext cx="12192000" cy="5493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029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112B74A-35C2-8628-D271-F2FCEB66F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2086"/>
            <a:ext cx="12192000" cy="547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164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D392AF-657F-39BF-168C-28EC1DCC5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420" y="0"/>
            <a:ext cx="69231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923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8E1E0-AEE4-856B-834F-E6B4F154E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78202-9E1F-0653-0397-00DB4A37F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48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9CE3EA-E038-DB31-0116-A093C8AC8DD5}"/>
              </a:ext>
            </a:extLst>
          </p:cNvPr>
          <p:cNvSpPr txBox="1"/>
          <p:nvPr/>
        </p:nvSpPr>
        <p:spPr>
          <a:xfrm>
            <a:off x="3046912" y="889844"/>
            <a:ext cx="609382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Go back to the </a:t>
            </a:r>
            <a:r>
              <a:rPr lang="en-US" b="1" dirty="0"/>
              <a:t>same Google Cloud project</a:t>
            </a:r>
            <a:r>
              <a:rPr lang="en-US" dirty="0"/>
              <a:t> you created for n8n:</a:t>
            </a:r>
          </a:p>
          <a:p>
            <a:pPr>
              <a:buNone/>
            </a:pPr>
            <a:r>
              <a:rPr lang="en-US" b="1" dirty="0"/>
              <a:t>Google Cloud Console → Google Auth Platform → Audience</a:t>
            </a:r>
            <a:endParaRPr lang="en-US" dirty="0"/>
          </a:p>
          <a:p>
            <a:pPr>
              <a:buNone/>
            </a:pPr>
            <a:r>
              <a:rPr lang="en-US" dirty="0"/>
              <a:t>On the </a:t>
            </a:r>
            <a:r>
              <a:rPr lang="en-US" b="1" dirty="0"/>
              <a:t>Audience</a:t>
            </a:r>
            <a:r>
              <a:rPr lang="en-US" dirty="0"/>
              <a:t> page, find the </a:t>
            </a:r>
            <a:r>
              <a:rPr lang="en-US" b="1" dirty="0"/>
              <a:t>Test users</a:t>
            </a:r>
            <a:r>
              <a:rPr lang="en-US" dirty="0"/>
              <a:t> section.</a:t>
            </a:r>
          </a:p>
          <a:p>
            <a:pPr>
              <a:buNone/>
            </a:pPr>
            <a:r>
              <a:rPr lang="en-US" dirty="0"/>
              <a:t>Then: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Click </a:t>
            </a:r>
            <a:r>
              <a:rPr lang="en-US" b="1" dirty="0"/>
              <a:t>Add users</a:t>
            </a:r>
            <a:r>
              <a:rPr lang="en-US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Enter the exact Google account you're using to connect n8n — in your case, the Gmail account shown on this error screen.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Click </a:t>
            </a:r>
            <a:r>
              <a:rPr lang="en-US" b="1" dirty="0"/>
              <a:t>Save</a:t>
            </a:r>
            <a:r>
              <a:rPr lang="en-US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Return to n8n.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Open </a:t>
            </a:r>
            <a:r>
              <a:rPr lang="en-US" b="1" dirty="0"/>
              <a:t>Google Drive account → Sign in with Google</a:t>
            </a:r>
            <a:r>
              <a:rPr lang="en-US" dirty="0"/>
              <a:t> again.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Sign in using the </a:t>
            </a:r>
            <a:r>
              <a:rPr lang="en-US" b="1" dirty="0"/>
              <a:t>same Gmail account that you added as a Test User</a:t>
            </a:r>
            <a:r>
              <a:rPr lang="en-US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dirty="0"/>
              <a:t>Accept the requested Google Drive permissions. </a:t>
            </a:r>
          </a:p>
          <a:p>
            <a:pPr>
              <a:buNone/>
            </a:pPr>
            <a:r>
              <a:rPr lang="en-US" dirty="0"/>
              <a:t>Then the OAuth callback returns to n8n and you should get:</a:t>
            </a:r>
          </a:p>
        </p:txBody>
      </p:sp>
    </p:spTree>
    <p:extLst>
      <p:ext uri="{BB962C8B-B14F-4D97-AF65-F5344CB8AC3E}">
        <p14:creationId xmlns:p14="http://schemas.microsoft.com/office/powerpoint/2010/main" val="13739468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42930F-1964-C7ED-DD60-266B799A78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1338"/>
            <a:ext cx="12192000" cy="537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9801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3416A8-D667-0496-B771-2620BC9F3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9259"/>
            <a:ext cx="12192000" cy="5359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6735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FD6A03-59F3-4BAD-E369-77EC21CB0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3672"/>
            <a:ext cx="12192000" cy="511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661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249</Words>
  <Application>Microsoft Office PowerPoint</Application>
  <PresentationFormat>Widescreen</PresentationFormat>
  <Paragraphs>23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Wael Rahhal</dc:creator>
  <cp:lastModifiedBy>Wael Rahhal</cp:lastModifiedBy>
  <cp:revision>2</cp:revision>
  <dcterms:created xsi:type="dcterms:W3CDTF">2026-08-10T16:25:01Z</dcterms:created>
  <dcterms:modified xsi:type="dcterms:W3CDTF">2026-08-12T19:35:28Z</dcterms:modified>
</cp:coreProperties>
</file>
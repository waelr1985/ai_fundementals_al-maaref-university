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6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el Rahhal" userId="afaccfd8e26ace3b" providerId="LiveId" clId="{462B6756-69BB-4E0B-B430-22A60DFF5832}"/>
    <pc:docChg chg="custSel delSld modSld">
      <pc:chgData name="Wael Rahhal" userId="afaccfd8e26ace3b" providerId="LiveId" clId="{462B6756-69BB-4E0B-B430-22A60DFF5832}" dt="2026-04-22T13:16:30.798" v="14" actId="478"/>
      <pc:docMkLst>
        <pc:docMk/>
      </pc:docMkLst>
      <pc:sldChg chg="delSp mod">
        <pc:chgData name="Wael Rahhal" userId="afaccfd8e26ace3b" providerId="LiveId" clId="{462B6756-69BB-4E0B-B430-22A60DFF5832}" dt="2026-04-18T20:12:36.300" v="7" actId="478"/>
        <pc:sldMkLst>
          <pc:docMk/>
          <pc:sldMk cId="0" sldId="256"/>
        </pc:sldMkLst>
      </pc:sldChg>
      <pc:sldChg chg="del">
        <pc:chgData name="Wael Rahhal" userId="afaccfd8e26ace3b" providerId="LiveId" clId="{462B6756-69BB-4E0B-B430-22A60DFF5832}" dt="2026-04-21T10:38:56.414" v="8" actId="47"/>
        <pc:sldMkLst>
          <pc:docMk/>
          <pc:sldMk cId="0" sldId="261"/>
        </pc:sldMkLst>
      </pc:sldChg>
      <pc:sldChg chg="del">
        <pc:chgData name="Wael Rahhal" userId="afaccfd8e26ace3b" providerId="LiveId" clId="{462B6756-69BB-4E0B-B430-22A60DFF5832}" dt="2026-04-21T10:39:21.142" v="9" actId="47"/>
        <pc:sldMkLst>
          <pc:docMk/>
          <pc:sldMk cId="0" sldId="266"/>
        </pc:sldMkLst>
      </pc:sldChg>
      <pc:sldChg chg="delSp mod">
        <pc:chgData name="Wael Rahhal" userId="afaccfd8e26ace3b" providerId="LiveId" clId="{462B6756-69BB-4E0B-B430-22A60DFF5832}" dt="2026-04-22T13:16:30.798" v="14" actId="478"/>
        <pc:sldMkLst>
          <pc:docMk/>
          <pc:sldMk cId="0" sldId="269"/>
        </pc:sldMkLst>
        <pc:spChg chg="del">
          <ac:chgData name="Wael Rahhal" userId="afaccfd8e26ace3b" providerId="LiveId" clId="{462B6756-69BB-4E0B-B430-22A60DFF5832}" dt="2026-04-22T13:16:22.351" v="13" actId="478"/>
          <ac:spMkLst>
            <pc:docMk/>
            <pc:sldMk cId="0" sldId="269"/>
            <ac:spMk id="12" creationId="{00000000-0000-0000-0000-000000000000}"/>
          </ac:spMkLst>
        </pc:spChg>
        <pc:spChg chg="del">
          <ac:chgData name="Wael Rahhal" userId="afaccfd8e26ace3b" providerId="LiveId" clId="{462B6756-69BB-4E0B-B430-22A60DFF5832}" dt="2026-04-22T13:16:30.798" v="14" actId="478"/>
          <ac:spMkLst>
            <pc:docMk/>
            <pc:sldMk cId="0" sldId="269"/>
            <ac:spMk id="13" creationId="{00000000-0000-0000-0000-000000000000}"/>
          </ac:spMkLst>
        </pc:spChg>
      </pc:sldChg>
      <pc:sldChg chg="del">
        <pc:chgData name="Wael Rahhal" userId="afaccfd8e26ace3b" providerId="LiveId" clId="{462B6756-69BB-4E0B-B430-22A60DFF5832}" dt="2026-04-21T11:05:01.781" v="10" actId="47"/>
        <pc:sldMkLst>
          <pc:docMk/>
          <pc:sldMk cId="0" sldId="270"/>
        </pc:sldMkLst>
      </pc:sldChg>
      <pc:sldChg chg="del">
        <pc:chgData name="Wael Rahhal" userId="afaccfd8e26ace3b" providerId="LiveId" clId="{462B6756-69BB-4E0B-B430-22A60DFF5832}" dt="2026-04-21T11:05:12.508" v="11" actId="47"/>
        <pc:sldMkLst>
          <pc:docMk/>
          <pc:sldMk cId="0" sldId="271"/>
        </pc:sldMkLst>
      </pc:sldChg>
      <pc:sldChg chg="del">
        <pc:chgData name="Wael Rahhal" userId="afaccfd8e26ace3b" providerId="LiveId" clId="{462B6756-69BB-4E0B-B430-22A60DFF5832}" dt="2026-04-21T11:05:17.334" v="12" actId="47"/>
        <pc:sldMkLst>
          <pc:docMk/>
          <pc:sldMk cId="0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881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35040" y="0"/>
            <a:ext cx="228600" cy="5143500"/>
          </a:xfrm>
          <a:prstGeom prst="rect">
            <a:avLst/>
          </a:prstGeom>
          <a:solidFill>
            <a:srgbClr val="14B8A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TRAINING PROGRAM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AutoGen Studio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AI for</a:t>
            </a:r>
            <a:endParaRPr lang="en-US" sz="3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Discipline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teams that collaborate — no coding required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0"/>
            <a:ext cx="822960" cy="8229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3152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Microsoft AutoGen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AutoGen Studio?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64008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18872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low-code, drag-and-drop interface by Microsoft for building multi-agent AI workflows.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teams of AI agents that collaborate to solve complex tasks — without writing code.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60604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260604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280160" y="28346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888" y="29443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" y="3886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agents, attach skills &amp; models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697480" y="260604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697480" y="260604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337560" y="28346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294436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69748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788920" y="3886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workflows interactively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60604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754880" y="260604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5394960" y="28346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4688" y="294436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5488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4846320" y="3886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agent "inner monologue"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812280" y="260604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6812280" y="260604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7452360" y="28346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2088" y="2944368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1228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6903720" y="3886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APIs or share JSON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Multi-Agent AI?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749040" cy="3474720"/>
          </a:xfrm>
          <a:prstGeom prst="rect">
            <a:avLst/>
          </a:prstGeom>
          <a:solidFill>
            <a:srgbClr val="1A3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64008" cy="3474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Agent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does everything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2860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one task at a time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specialization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review its own work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single prompt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76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3749040" cy="3474720"/>
          </a:xfrm>
          <a:prstGeom prst="rect">
            <a:avLst/>
          </a:prstGeom>
          <a:solidFill>
            <a:srgbClr val="1A3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64008" cy="3474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Team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2920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collaborate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0" y="22860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a role &amp; expertise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review each other's work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execute code &amp; use tools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until task is solved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 in AutoGen Studio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075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1508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entities with roles, system prompts, and models. Types: AssistantAgent (generates content) and UserProxyAgent (executes code, provides human input).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2677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/ Tools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1732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functions agents can call — web search, calculations, file I/O, data analysis. Define your own or use built-in ones.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06324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22783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17320" y="3429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configurations (OpenAI, Azure, local). Different agents can use different models for cost vs. performance trade-offs.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18795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Workflows / Teams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17320" y="4389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collaborate: Autonomous Chat (agents decide who speaks) or Sequential (predefined order, passing results forward).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AutoGen Studio Interface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Builder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canvas to create agent teams. Configure agents, attach tools, set models and termination conditions.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Playground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to test your teams on tasks. See agent messages, outputs, and artifacts in real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Gallery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3611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reuse pre-built agent configurations. Save your own workflows to share with classmates.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38404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37760" y="3611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workflows as JSON or deploy as APIs. Integrate agent teams into your own applications.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" y="32004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Chemistry — Agent Scenarios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31520" y="1051560"/>
            <a:ext cx="77724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05156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05840" y="11247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Spectral Analysis Pipeline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14630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reads IR/NMR peak data → Agent 2 matches functional groups → Agent 3 proposes candidate structures → Agent 4 ranks by fit and suggests confirming experiments.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148840"/>
            <a:ext cx="77724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31520" y="214884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05840" y="22219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Reaction Mechanism Tutor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05840" y="2560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describes a reaction. Tutor agent explains the mechanism step-by-step. Critic agent checks for errors and asks follow-up questions to deepen understanding.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3246120"/>
            <a:ext cx="77724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31520" y="324612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05840" y="33192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&amp; Safety Review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36576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agent searches for relevant papers. Safety agent cross-references SDS sheets for reagents. Summary agent produces a concise hazard-aware lab protocol.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4526280"/>
            <a:ext cx="7772400" cy="4572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1520" y="4526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benefit: Multi-step analytical reasoning — mirrors how real chemists work through identification problems.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" y="32004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Pharmacy — Agent Scenarios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31520" y="1051560"/>
            <a:ext cx="77724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051560"/>
            <a:ext cx="64008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05840" y="11247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Drug Interaction Checker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14630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agent holds the medication list. Interaction agent cross-references drug-drug interactions. Dosage agent validates against BNF guidelines. Report agent produces a pharmacist-ready summary.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148840"/>
            <a:ext cx="77724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31520" y="2148840"/>
            <a:ext cx="64008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05840" y="22219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Pharmacokinetics Comparison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05840" y="2560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 retrieves PK parameters (Cmax, Tmax, AUC) for two formulations. Analysis agent builds a comparison table. Clinical agent writes a 3-sentence clinical interpretation.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3246120"/>
            <a:ext cx="77724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31520" y="3246120"/>
            <a:ext cx="64008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05840" y="33192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Counseling Simulator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36576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agent asks questions a real patient would. Pharmacist agent practices explaining medications in plain language. Evaluator agent scores communication quality using a rubric.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4526280"/>
            <a:ext cx="7772400" cy="4572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1520" y="4526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benefit: Clinical decision support workflows — reinforces pharmacological reasoning while learning AI orchestration.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" y="32004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Mechatronics — Agent Scenarios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31520" y="1051560"/>
            <a:ext cx="77724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05156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05840" y="11247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PID Controller Tuning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14630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agent proposes Kp, Ki, Kd parameters. Code agent writes a Python simulation using control libraries. Plotting agent visualizes the step response. Evaluator agent checks overshoot, settling time, and steady-state error.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148840"/>
            <a:ext cx="77724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31520" y="214884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05840" y="22219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Fault Diagnosis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05840" y="2560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 reads sensor log files. Classifier agent identifies fault patterns (noise, drift, flatline). Recommender agent suggests troubleshooting steps. All agents iterate until diagnosis is confirmed.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3246120"/>
            <a:ext cx="77724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31520" y="324612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05840" y="33192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Embedded Code Generator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36576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agent defines I/O requirements. Coder agent generates Arduino/PLC code. Reviewer agent checks pin assignments, timing, and safety interlocks. Documentation agent produces a wiring diagram description.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4526280"/>
            <a:ext cx="7772400" cy="4572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1520" y="4526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benefit: Agent teams that generate, execute, and review code — mirrors real engineering debug cycles.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" y="32004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Info. Management — Agent Scenarios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31520" y="1051560"/>
            <a:ext cx="77724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051560"/>
            <a:ext cx="64008" cy="10515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05840" y="11247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Pipeline Builder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14630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agent analyzes raw data and proposes normalization (1NF → 3NF). SQL agent writes DDL and DML statements. Validator agent runs test queries and checks integrity constraints.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148840"/>
            <a:ext cx="77724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31520" y="2148840"/>
            <a:ext cx="64008" cy="10515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05840" y="22219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 Workflow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05840" y="2560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agent profiles a CSV (missing values, duplicates, type mismatches). Cleaner agent writes pandas code to fix issues. QA agent compares before/after statistics and confirms data quality.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3246120"/>
            <a:ext cx="77724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31520" y="3246120"/>
            <a:ext cx="64008" cy="10515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05840" y="33192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Generation System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36576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agent pulls data from multiple sources. Analyst agent computes KPIs and trends. Writer agent drafts the executive summary. Formatter agent outputs a structured Markdown/HTML report.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4526280"/>
            <a:ext cx="7772400" cy="4572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1520" y="4526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benefit: End-to-end data workflows with code execution — the most directly career-applicable agent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 for All Students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No-Code Entry Point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chemistry students who aren't programmers can still build working AI systems through drag-and-drop.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34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Agentic AI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394960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paradigm reshaping industry: task decomposition, agent roles, tool use, human-in-the-loop oversight.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237744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5146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Code Execution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8016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Python, SQL, and analysis code in sandboxed environments — real outputs, not just text responses.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237744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5146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Systems Thinking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9496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agent teams teaches you to decompose problems: 'What agents do I need? How should they collaborate?'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365760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9476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Portfolio Projects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280160" y="4069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multi-agent workflow is a standout demonstration for your CV — shows AI literacy beyond basic chatbot use.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54880" y="365760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79476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9496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Teamwork Metaphor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5394960" y="4069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 mirror how real teams work — delegation, review, iteration — making AI workflows intuitive.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 — 4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749808"/>
          </a:xfrm>
          <a:prstGeom prst="rect">
            <a:avLst/>
          </a:prstGeom>
          <a:solidFill>
            <a:srgbClr val="1A3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02920" cy="7498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258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5087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-U autogenstudio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Python 3.10+. Use a virtual environment.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7863840" cy="749808"/>
          </a:xfrm>
          <a:prstGeom prst="rect">
            <a:avLst/>
          </a:prstGeom>
          <a:solidFill>
            <a:srgbClr val="1A3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258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Your API Key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4231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OPENAI_API_KEY="sk-..."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configure Azure OpenAI / local models.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7863840" cy="749808"/>
          </a:xfrm>
          <a:prstGeom prst="rect">
            <a:avLst/>
          </a:prstGeom>
          <a:solidFill>
            <a:srgbClr val="1A3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502920" cy="7498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2588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the UI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3375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autogenstudio ui --port 8081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http://localhost:8081 in your browser.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7863840" cy="749808"/>
          </a:xfrm>
          <a:prstGeom prst="rect">
            <a:avLst/>
          </a:prstGeom>
          <a:solidFill>
            <a:srgbClr val="1A3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502920" cy="7498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2588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Your First Team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42519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2 agents (Assistant + UserProxy), attach a model,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into a workflow, and test in the Playground.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657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5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ACTIVITY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17373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Your Agent Team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828800" y="2651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Choose ONE scenario from your discipline slide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828800" y="29992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Identify the agents needed (names, roles, system prompts)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28800" y="334670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Decide: Sequential or Autonomous Chat workflow?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828800" y="369417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Define what skills/tools each agent needs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28800" y="40416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Map the data flow: what goes in → what comes out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82880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Present your design to the class (2 min each)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1139</Words>
  <Application>Microsoft Office PowerPoint</Application>
  <PresentationFormat>On-screen Show (16:9)</PresentationFormat>
  <Paragraphs>131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AutoGen Studio — Multi-Agent AI for Your Discipline</dc:title>
  <dc:subject>PptxGenJS Presentation</dc:subject>
  <dc:creator>Wael</dc:creator>
  <cp:lastModifiedBy>Wael Rahhal</cp:lastModifiedBy>
  <cp:revision>1</cp:revision>
  <dcterms:created xsi:type="dcterms:W3CDTF">2026-04-03T19:14:15Z</dcterms:created>
  <dcterms:modified xsi:type="dcterms:W3CDTF">2026-04-22T13:16:31Z</dcterms:modified>
</cp:coreProperties>
</file>
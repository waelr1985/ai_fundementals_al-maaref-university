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8" r:id="rId20"/>
    <p:sldId id="28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D49AB4-AD1B-43AD-9D58-C875B6AD38A0}" v="3" dt="2026-04-13T20:07:36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6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el Rahhal" userId="afaccfd8e26ace3b" providerId="LiveId" clId="{462B6756-69BB-4E0B-B430-22A60DFF5832}"/>
    <pc:docChg chg="undo custSel addSld delSld modSld">
      <pc:chgData name="Wael Rahhal" userId="afaccfd8e26ace3b" providerId="LiveId" clId="{462B6756-69BB-4E0B-B430-22A60DFF5832}" dt="2026-04-14T22:25:09.016" v="140" actId="20577"/>
      <pc:docMkLst>
        <pc:docMk/>
      </pc:docMkLst>
      <pc:sldChg chg="delSp modSp mod">
        <pc:chgData name="Wael Rahhal" userId="afaccfd8e26ace3b" providerId="LiveId" clId="{462B6756-69BB-4E0B-B430-22A60DFF5832}" dt="2026-04-14T22:25:09.016" v="140" actId="20577"/>
        <pc:sldMkLst>
          <pc:docMk/>
          <pc:sldMk cId="0" sldId="256"/>
        </pc:sldMkLst>
        <pc:spChg chg="del">
          <ac:chgData name="Wael Rahhal" userId="afaccfd8e26ace3b" providerId="LiveId" clId="{462B6756-69BB-4E0B-B430-22A60DFF5832}" dt="2026-04-14T19:12:06.777" v="82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14T22:25:09.016" v="140" actId="20577"/>
          <ac:spMkLst>
            <pc:docMk/>
            <pc:sldMk cId="0" sldId="256"/>
            <ac:spMk id="7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2:44.296" v="83" actId="478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Wael Rahhal" userId="afaccfd8e26ace3b" providerId="LiveId" clId="{462B6756-69BB-4E0B-B430-22A60DFF5832}" dt="2026-04-14T19:24:40.655" v="105" actId="478"/>
        <pc:sldMkLst>
          <pc:docMk/>
          <pc:sldMk cId="0" sldId="257"/>
        </pc:sldMkLst>
        <pc:spChg chg="del">
          <ac:chgData name="Wael Rahhal" userId="afaccfd8e26ace3b" providerId="LiveId" clId="{462B6756-69BB-4E0B-B430-22A60DFF5832}" dt="2026-04-14T19:24:12.873" v="96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4:15.052" v="97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4:17.475" v="98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4:20.761" v="99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4:23.313" v="100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4:26.424" v="101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4:29.258" v="102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4:33.642" v="103" actId="478"/>
          <ac:spMkLst>
            <pc:docMk/>
            <pc:sldMk cId="0" sldId="257"/>
            <ac:spMk id="26" creationId="{00000000-0000-0000-0000-000000000000}"/>
          </ac:spMkLst>
        </pc:spChg>
        <pc:spChg chg="mod">
          <ac:chgData name="Wael Rahhal" userId="afaccfd8e26ace3b" providerId="LiveId" clId="{462B6756-69BB-4E0B-B430-22A60DFF5832}" dt="2026-04-14T19:23:46.288" v="94" actId="1076"/>
          <ac:spMkLst>
            <pc:docMk/>
            <pc:sldMk cId="0" sldId="257"/>
            <ac:spMk id="30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4:36.679" v="104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Wael Rahhal" userId="afaccfd8e26ace3b" providerId="LiveId" clId="{462B6756-69BB-4E0B-B430-22A60DFF5832}" dt="2026-04-14T19:24:40.655" v="105" actId="478"/>
          <ac:spMkLst>
            <pc:docMk/>
            <pc:sldMk cId="0" sldId="257"/>
            <ac:spMk id="32" creationId="{00000000-0000-0000-0000-000000000000}"/>
          </ac:spMkLst>
        </pc:spChg>
        <pc:spChg chg="del mod">
          <ac:chgData name="Wael Rahhal" userId="afaccfd8e26ace3b" providerId="LiveId" clId="{462B6756-69BB-4E0B-B430-22A60DFF5832}" dt="2026-04-14T19:23:51.896" v="95" actId="478"/>
          <ac:spMkLst>
            <pc:docMk/>
            <pc:sldMk cId="0" sldId="257"/>
            <ac:spMk id="33" creationId="{00000000-0000-0000-0000-000000000000}"/>
          </ac:spMkLst>
        </pc:spChg>
      </pc:sldChg>
      <pc:sldChg chg="addSp delSp modSp mod">
        <pc:chgData name="Wael Rahhal" userId="afaccfd8e26ace3b" providerId="LiveId" clId="{462B6756-69BB-4E0B-B430-22A60DFF5832}" dt="2026-04-13T18:35:13.590" v="7" actId="1076"/>
        <pc:sldMkLst>
          <pc:docMk/>
          <pc:sldMk cId="0" sldId="258"/>
        </pc:sldMkLst>
        <pc:spChg chg="del mod">
          <ac:chgData name="Wael Rahhal" userId="afaccfd8e26ace3b" providerId="LiveId" clId="{462B6756-69BB-4E0B-B430-22A60DFF5832}" dt="2026-04-13T18:34:53.612" v="3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Wael Rahhal" userId="afaccfd8e26ace3b" providerId="LiveId" clId="{462B6756-69BB-4E0B-B430-22A60DFF5832}" dt="2026-04-13T18:34:58.732" v="4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Wael Rahhal" userId="afaccfd8e26ace3b" providerId="LiveId" clId="{462B6756-69BB-4E0B-B430-22A60DFF5832}" dt="2026-04-13T18:35:03.277" v="5" actId="1076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Wael Rahhal" userId="afaccfd8e26ace3b" providerId="LiveId" clId="{462B6756-69BB-4E0B-B430-22A60DFF5832}" dt="2026-04-13T18:35:13.590" v="7" actId="1076"/>
          <ac:spMkLst>
            <pc:docMk/>
            <pc:sldMk cId="0" sldId="258"/>
            <ac:spMk id="5" creationId="{866C9886-1AE6-1893-F269-A98627D37161}"/>
          </ac:spMkLst>
        </pc:spChg>
        <pc:picChg chg="add mod">
          <ac:chgData name="Wael Rahhal" userId="afaccfd8e26ace3b" providerId="LiveId" clId="{462B6756-69BB-4E0B-B430-22A60DFF5832}" dt="2026-04-13T18:35:13.590" v="7" actId="1076"/>
          <ac:picMkLst>
            <pc:docMk/>
            <pc:sldMk cId="0" sldId="258"/>
            <ac:picMk id="6" creationId="{BD7E9A95-E8DF-740E-7D8C-7EAEF950BA57}"/>
          </ac:picMkLst>
        </pc:picChg>
      </pc:sldChg>
      <pc:sldChg chg="addSp modSp mod">
        <pc:chgData name="Wael Rahhal" userId="afaccfd8e26ace3b" providerId="LiveId" clId="{462B6756-69BB-4E0B-B430-22A60DFF5832}" dt="2026-04-13T20:19:40.587" v="76" actId="1076"/>
        <pc:sldMkLst>
          <pc:docMk/>
          <pc:sldMk cId="0" sldId="261"/>
        </pc:sldMkLst>
        <pc:spChg chg="mod">
          <ac:chgData name="Wael Rahhal" userId="afaccfd8e26ace3b" providerId="LiveId" clId="{462B6756-69BB-4E0B-B430-22A60DFF5832}" dt="2026-04-13T20:11:39.291" v="33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9:11.430" v="71" actId="14100"/>
          <ac:spMkLst>
            <pc:docMk/>
            <pc:sldMk cId="0" sldId="261"/>
            <ac:spMk id="3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5:20.992" v="43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5:26.150" v="44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5:32.276" v="45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9:11.430" v="71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9:03.573" v="70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5:54.487" v="48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5:58.950" v="49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6:06.044" v="50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9:03.573" v="70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9:21.757" v="72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6:26.587" v="53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6:30.261" v="54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6:36.085" v="55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9:21.757" v="72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0:38.188" v="32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Wael Rahhal" userId="afaccfd8e26ace3b" providerId="LiveId" clId="{462B6756-69BB-4E0B-B430-22A60DFF5832}" dt="2026-04-13T20:10:38.188" v="32" actId="1076"/>
          <ac:spMkLst>
            <pc:docMk/>
            <pc:sldMk cId="0" sldId="261"/>
            <ac:spMk id="19" creationId="{00000000-0000-0000-0000-000000000000}"/>
          </ac:spMkLst>
        </pc:spChg>
        <pc:picChg chg="add mod">
          <ac:chgData name="Wael Rahhal" userId="afaccfd8e26ace3b" providerId="LiveId" clId="{462B6756-69BB-4E0B-B430-22A60DFF5832}" dt="2026-04-13T20:19:34.624" v="75" actId="14100"/>
          <ac:picMkLst>
            <pc:docMk/>
            <pc:sldMk cId="0" sldId="261"/>
            <ac:picMk id="20" creationId="{6635F80D-ADFE-C077-6135-6D42D2BEA16F}"/>
          </ac:picMkLst>
        </pc:picChg>
        <pc:picChg chg="add mod">
          <ac:chgData name="Wael Rahhal" userId="afaccfd8e26ace3b" providerId="LiveId" clId="{462B6756-69BB-4E0B-B430-22A60DFF5832}" dt="2026-04-13T20:19:40.587" v="76" actId="1076"/>
          <ac:picMkLst>
            <pc:docMk/>
            <pc:sldMk cId="0" sldId="261"/>
            <ac:picMk id="21" creationId="{FF0E1123-5C24-950A-9CF0-DF07CB7295FD}"/>
          </ac:picMkLst>
        </pc:picChg>
      </pc:sldChg>
      <pc:sldChg chg="delSp mod">
        <pc:chgData name="Wael Rahhal" userId="afaccfd8e26ace3b" providerId="LiveId" clId="{462B6756-69BB-4E0B-B430-22A60DFF5832}" dt="2026-04-14T21:14:12.418" v="111" actId="478"/>
        <pc:sldMkLst>
          <pc:docMk/>
          <pc:sldMk cId="0" sldId="262"/>
        </pc:sldMkLst>
        <pc:spChg chg="del">
          <ac:chgData name="Wael Rahhal" userId="afaccfd8e26ace3b" providerId="LiveId" clId="{462B6756-69BB-4E0B-B430-22A60DFF5832}" dt="2026-04-14T21:13:52.177" v="106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14:12.418" v="111" actId="478"/>
          <ac:spMkLst>
            <pc:docMk/>
            <pc:sldMk cId="0" sldId="262"/>
            <ac:spMk id="23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14:00.918" v="107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14:05.102" v="108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14:09.852" v="110" actId="478"/>
          <ac:spMkLst>
            <pc:docMk/>
            <pc:sldMk cId="0" sldId="262"/>
            <ac:spMk id="26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14:07.466" v="109" actId="478"/>
          <ac:spMkLst>
            <pc:docMk/>
            <pc:sldMk cId="0" sldId="262"/>
            <ac:spMk id="27" creationId="{00000000-0000-0000-0000-000000000000}"/>
          </ac:spMkLst>
        </pc:spChg>
      </pc:sldChg>
      <pc:sldChg chg="delSp mod">
        <pc:chgData name="Wael Rahhal" userId="afaccfd8e26ace3b" providerId="LiveId" clId="{462B6756-69BB-4E0B-B430-22A60DFF5832}" dt="2026-04-13T22:34:08.175" v="78" actId="478"/>
        <pc:sldMkLst>
          <pc:docMk/>
          <pc:sldMk cId="0" sldId="263"/>
        </pc:sldMkLst>
        <pc:spChg chg="del">
          <ac:chgData name="Wael Rahhal" userId="afaccfd8e26ace3b" providerId="LiveId" clId="{462B6756-69BB-4E0B-B430-22A60DFF5832}" dt="2026-04-13T22:34:08.175" v="78" actId="478"/>
          <ac:spMkLst>
            <pc:docMk/>
            <pc:sldMk cId="0" sldId="263"/>
            <ac:spMk id="2" creationId="{00000000-0000-0000-0000-000000000000}"/>
          </ac:spMkLst>
        </pc:spChg>
      </pc:sldChg>
      <pc:sldChg chg="delSp mod">
        <pc:chgData name="Wael Rahhal" userId="afaccfd8e26ace3b" providerId="LiveId" clId="{462B6756-69BB-4E0B-B430-22A60DFF5832}" dt="2026-04-14T21:21:47.033" v="115" actId="478"/>
        <pc:sldMkLst>
          <pc:docMk/>
          <pc:sldMk cId="0" sldId="264"/>
        </pc:sldMkLst>
        <pc:spChg chg="del">
          <ac:chgData name="Wael Rahhal" userId="afaccfd8e26ace3b" providerId="LiveId" clId="{462B6756-69BB-4E0B-B430-22A60DFF5832}" dt="2026-04-14T21:21:20.537" v="112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21:20.537" v="112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21:24.389" v="113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21:20.537" v="112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21:20.537" v="112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21:44.094" v="114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Wael Rahhal" userId="afaccfd8e26ace3b" providerId="LiveId" clId="{462B6756-69BB-4E0B-B430-22A60DFF5832}" dt="2026-04-14T21:21:47.033" v="115" actId="478"/>
          <ac:spMkLst>
            <pc:docMk/>
            <pc:sldMk cId="0" sldId="264"/>
            <ac:spMk id="13" creationId="{00000000-0000-0000-0000-000000000000}"/>
          </ac:spMkLst>
        </pc:spChg>
      </pc:sldChg>
      <pc:sldChg chg="del">
        <pc:chgData name="Wael Rahhal" userId="afaccfd8e26ace3b" providerId="LiveId" clId="{462B6756-69BB-4E0B-B430-22A60DFF5832}" dt="2026-04-14T21:56:05.980" v="116" actId="47"/>
        <pc:sldMkLst>
          <pc:docMk/>
          <pc:sldMk cId="0" sldId="265"/>
        </pc:sldMkLst>
      </pc:sldChg>
      <pc:sldChg chg="delSp mod">
        <pc:chgData name="Wael Rahhal" userId="afaccfd8e26ace3b" providerId="LiveId" clId="{462B6756-69BB-4E0B-B430-22A60DFF5832}" dt="2026-04-14T15:35:31.791" v="81" actId="478"/>
        <pc:sldMkLst>
          <pc:docMk/>
          <pc:sldMk cId="0" sldId="267"/>
        </pc:sldMkLst>
        <pc:spChg chg="del">
          <ac:chgData name="Wael Rahhal" userId="afaccfd8e26ace3b" providerId="LiveId" clId="{462B6756-69BB-4E0B-B430-22A60DFF5832}" dt="2026-04-14T15:35:31.791" v="81" actId="478"/>
          <ac:spMkLst>
            <pc:docMk/>
            <pc:sldMk cId="0" sldId="267"/>
            <ac:spMk id="2" creationId="{00000000-0000-0000-0000-000000000000}"/>
          </ac:spMkLst>
        </pc:spChg>
      </pc:sldChg>
      <pc:sldChg chg="delSp mod">
        <pc:chgData name="Wael Rahhal" userId="afaccfd8e26ace3b" providerId="LiveId" clId="{462B6756-69BB-4E0B-B430-22A60DFF5832}" dt="2026-04-14T22:07:58.924" v="117" actId="478"/>
        <pc:sldMkLst>
          <pc:docMk/>
          <pc:sldMk cId="0" sldId="270"/>
        </pc:sldMkLst>
        <pc:spChg chg="del">
          <ac:chgData name="Wael Rahhal" userId="afaccfd8e26ace3b" providerId="LiveId" clId="{462B6756-69BB-4E0B-B430-22A60DFF5832}" dt="2026-04-14T22:07:58.924" v="117" actId="478"/>
          <ac:spMkLst>
            <pc:docMk/>
            <pc:sldMk cId="0" sldId="270"/>
            <ac:spMk id="2" creationId="{00000000-0000-0000-0000-000000000000}"/>
          </ac:spMkLst>
        </pc:spChg>
      </pc:sldChg>
      <pc:sldChg chg="del">
        <pc:chgData name="Wael Rahhal" userId="afaccfd8e26ace3b" providerId="LiveId" clId="{462B6756-69BB-4E0B-B430-22A60DFF5832}" dt="2026-04-14T22:12:17.303" v="118" actId="47"/>
        <pc:sldMkLst>
          <pc:docMk/>
          <pc:sldMk cId="0" sldId="273"/>
        </pc:sldMkLst>
      </pc:sldChg>
      <pc:sldChg chg="delSp mod">
        <pc:chgData name="Wael Rahhal" userId="afaccfd8e26ace3b" providerId="LiveId" clId="{462B6756-69BB-4E0B-B430-22A60DFF5832}" dt="2026-04-14T15:27:52.222" v="80" actId="478"/>
        <pc:sldMkLst>
          <pc:docMk/>
          <pc:sldMk cId="0" sldId="275"/>
        </pc:sldMkLst>
        <pc:spChg chg="del">
          <ac:chgData name="Wael Rahhal" userId="afaccfd8e26ace3b" providerId="LiveId" clId="{462B6756-69BB-4E0B-B430-22A60DFF5832}" dt="2026-04-14T15:27:52.222" v="80" actId="478"/>
          <ac:spMkLst>
            <pc:docMk/>
            <pc:sldMk cId="0" sldId="275"/>
            <ac:spMk id="2" creationId="{00000000-0000-0000-0000-000000000000}"/>
          </ac:spMkLst>
        </pc:spChg>
      </pc:sldChg>
      <pc:sldChg chg="del">
        <pc:chgData name="Wael Rahhal" userId="afaccfd8e26ace3b" providerId="LiveId" clId="{462B6756-69BB-4E0B-B430-22A60DFF5832}" dt="2026-04-14T22:23:29.829" v="119" actId="47"/>
        <pc:sldMkLst>
          <pc:docMk/>
          <pc:sldMk cId="0" sldId="276"/>
        </pc:sldMkLst>
      </pc:sldChg>
      <pc:sldChg chg="del">
        <pc:chgData name="Wael Rahhal" userId="afaccfd8e26ace3b" providerId="LiveId" clId="{462B6756-69BB-4E0B-B430-22A60DFF5832}" dt="2026-04-14T22:23:50.985" v="120" actId="47"/>
        <pc:sldMkLst>
          <pc:docMk/>
          <pc:sldMk cId="0" sldId="277"/>
        </pc:sldMkLst>
      </pc:sldChg>
      <pc:sldChg chg="modSp mod">
        <pc:chgData name="Wael Rahhal" userId="afaccfd8e26ace3b" providerId="LiveId" clId="{462B6756-69BB-4E0B-B430-22A60DFF5832}" dt="2026-04-14T22:23:57.031" v="121" actId="20577"/>
        <pc:sldMkLst>
          <pc:docMk/>
          <pc:sldMk cId="0" sldId="278"/>
        </pc:sldMkLst>
        <pc:spChg chg="mod">
          <ac:chgData name="Wael Rahhal" userId="afaccfd8e26ace3b" providerId="LiveId" clId="{462B6756-69BB-4E0B-B430-22A60DFF5832}" dt="2026-04-14T22:23:57.031" v="121" actId="20577"/>
          <ac:spMkLst>
            <pc:docMk/>
            <pc:sldMk cId="0" sldId="278"/>
            <ac:spMk id="2" creationId="{00000000-0000-0000-0000-000000000000}"/>
          </ac:spMkLst>
        </pc:spChg>
        <pc:spChg chg="mod">
          <ac:chgData name="Wael Rahhal" userId="afaccfd8e26ace3b" providerId="LiveId" clId="{462B6756-69BB-4E0B-B430-22A60DFF5832}" dt="2026-04-14T10:51:50.367" v="79" actId="1076"/>
          <ac:spMkLst>
            <pc:docMk/>
            <pc:sldMk cId="0" sldId="278"/>
            <ac:spMk id="20" creationId="{00000000-0000-0000-0000-000000000000}"/>
          </ac:spMkLst>
        </pc:spChg>
      </pc:sldChg>
      <pc:sldChg chg="del">
        <pc:chgData name="Wael Rahhal" userId="afaccfd8e26ace3b" providerId="LiveId" clId="{462B6756-69BB-4E0B-B430-22A60DFF5832}" dt="2026-04-14T22:24:10.173" v="122" actId="47"/>
        <pc:sldMkLst>
          <pc:docMk/>
          <pc:sldMk cId="0" sldId="279"/>
        </pc:sldMkLst>
      </pc:sldChg>
      <pc:sldChg chg="modSp mod">
        <pc:chgData name="Wael Rahhal" userId="afaccfd8e26ace3b" providerId="LiveId" clId="{462B6756-69BB-4E0B-B430-22A60DFF5832}" dt="2026-04-14T22:24:46.602" v="132" actId="20577"/>
        <pc:sldMkLst>
          <pc:docMk/>
          <pc:sldMk cId="0" sldId="280"/>
        </pc:sldMkLst>
        <pc:spChg chg="mod">
          <ac:chgData name="Wael Rahhal" userId="afaccfd8e26ace3b" providerId="LiveId" clId="{462B6756-69BB-4E0B-B430-22A60DFF5832}" dt="2026-04-14T22:24:46.602" v="132" actId="20577"/>
          <ac:spMkLst>
            <pc:docMk/>
            <pc:sldMk cId="0" sldId="280"/>
            <ac:spMk id="8" creationId="{00000000-0000-0000-0000-000000000000}"/>
          </ac:spMkLst>
        </pc:spChg>
      </pc:sldChg>
      <pc:sldChg chg="addSp modSp new del mod">
        <pc:chgData name="Wael Rahhal" userId="afaccfd8e26ace3b" providerId="LiveId" clId="{462B6756-69BB-4E0B-B430-22A60DFF5832}" dt="2026-04-13T20:22:37.275" v="77" actId="47"/>
        <pc:sldMkLst>
          <pc:docMk/>
          <pc:sldMk cId="1467118214" sldId="281"/>
        </pc:sldMkLst>
        <pc:picChg chg="add mod">
          <ac:chgData name="Wael Rahhal" userId="afaccfd8e26ace3b" providerId="LiveId" clId="{462B6756-69BB-4E0B-B430-22A60DFF5832}" dt="2026-04-13T19:49:39.632" v="15" actId="1076"/>
          <ac:picMkLst>
            <pc:docMk/>
            <pc:sldMk cId="1467118214" sldId="281"/>
            <ac:picMk id="3" creationId="{85F48EA5-F8A6-C52A-A1C1-AAC96CBA8F2F}"/>
          </ac:picMkLst>
        </pc:picChg>
        <pc:picChg chg="add mod">
          <ac:chgData name="Wael Rahhal" userId="afaccfd8e26ace3b" providerId="LiveId" clId="{462B6756-69BB-4E0B-B430-22A60DFF5832}" dt="2026-04-13T19:49:32.750" v="14" actId="1076"/>
          <ac:picMkLst>
            <pc:docMk/>
            <pc:sldMk cId="1467118214" sldId="281"/>
            <ac:picMk id="4" creationId="{34DFE7DD-6F03-42A2-BBD5-7754A46B088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989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give AI the right information — not just the right question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Program  |  Prepared by Dr. Wael Rahhal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075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Eye-Opener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giving AI more info can make it worse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984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Context Engineering?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that separates good AI users from great ones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80720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7340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Simple Strategies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Select, Compress, Isolate — with everyday analogies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55701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4838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Academic Toolkit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3803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packs, grounded prompting, and the T-C-O-Q framework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4306824"/>
            <a:ext cx="502920" cy="50292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4233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Workshop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63040" y="45171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and build your own source pack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5116" y="631991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Eye-Opener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5116" y="1378985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giving AI more information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actually make it perform worse</a:t>
            </a:r>
            <a:endParaRPr lang="en-US" sz="16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66C9886-1AE6-1893-F269-A98627D37161}"/>
              </a:ext>
            </a:extLst>
          </p:cNvPr>
          <p:cNvSpPr/>
          <p:nvPr/>
        </p:nvSpPr>
        <p:spPr>
          <a:xfrm>
            <a:off x="1507002" y="2293385"/>
            <a:ext cx="5394960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1B1B1B"/>
            </a:solidFill>
            <a:prstDash val="solid"/>
          </a:ln>
          <a:effectLst>
            <a:outerShdw blurRad="19050" dist="63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context_deck/assets/attention_curve.png">
            <a:extLst>
              <a:ext uri="{FF2B5EF4-FFF2-40B4-BE49-F238E27FC236}">
                <a16:creationId xmlns:a16="http://schemas.microsoft.com/office/drawing/2014/main" id="{BD7E9A95-E8DF-740E-7D8C-7EAEF950B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926" y="2448833"/>
            <a:ext cx="3599112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AI, Different Results — Why?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FFF0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an entire 30-page research paper into ChatGPT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"Summarize this"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vague, generic summary with invented claims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Thinks: "AI is unreliable"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F0FF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Pastes only the Results and Discussion sections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"Use ONLY these sections. Cite page numbers."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precise, source-grounded summary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Thinks: "AI is a powerful study tool"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E8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isn't the AI model — it's the context each student provided.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Surprising Finding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tested 18 top AI models and found something unexpected: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828800"/>
          </a:xfrm>
          <a:prstGeom prst="rect">
            <a:avLst/>
          </a:prstGeom>
          <a:solidFill>
            <a:srgbClr val="0B1D2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/ 18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got WORSE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input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828800"/>
          </a:xfrm>
          <a:prstGeom prst="rect">
            <a:avLst/>
          </a:prstGeom>
          <a:solidFill>
            <a:srgbClr val="0B1D2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 → 60%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cliff — sudden,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gradual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E8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studying for an exam with your textbook, notes, AND 10 random Wikipedia articles open. You'd actually perform worse — not because you're less capable, but because your brain is overwhelmed by irrelevant information. AI works the same way.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29391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Terms You Need to Know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2025" y="587829"/>
            <a:ext cx="3779489" cy="105156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601224"/>
            <a:ext cx="73152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5445" y="62668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59845" y="660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"Words (roughly)"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8134" y="1000283"/>
            <a:ext cx="348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read words — it reads "tokens" (chunks of ~¾ of a word). Everything you type, paste, or upload gets converted into tokens.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2025" y="1806593"/>
            <a:ext cx="3779489" cy="105156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1833372"/>
            <a:ext cx="73152" cy="10515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5445" y="1825099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63658" y="1847077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"The AI's desk"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6076" y="2227326"/>
            <a:ext cx="348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space the AI has to work with in one conversation. Your question, the instructions, any documents — they all share this one desk. When it's full, things fall off.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2025" y="3052366"/>
            <a:ext cx="3779489" cy="105156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9456" y="3070206"/>
            <a:ext cx="73152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088929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0488" y="307956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"The AI's focus"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713" y="3457292"/>
            <a:ext cx="348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decides what's important. It focuses most on the beginning and end of your input. Information buried in the middle often gets ignored — just like skimming a long email.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" y="4637979"/>
            <a:ext cx="8229600" cy="411480"/>
          </a:xfrm>
          <a:prstGeom prst="rect">
            <a:avLst/>
          </a:prstGeom>
          <a:solidFill>
            <a:srgbClr val="0B1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592259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AI pays most attention to the START and END of your input. The middle? Often ignored.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35F80D-ADFE-C077-6135-6D42D2BEA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48" y="660032"/>
            <a:ext cx="2752391" cy="35765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0E1123-5C24-950A-9CF0-DF07CB729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713" y="747849"/>
            <a:ext cx="2594884" cy="34199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Go Wrong?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too much or wrong context hurts AI output: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Poisoning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up a fact, then treats it as true in the next paragraph — errors snowball.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190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"What's the boiling point of X?"  AI invents 180°C, then uses it in calculations.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Distraction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1752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info overwhelms the AI — it follows irrelevant patterns instead of reasoning.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6334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a full 200-page handbook when you only need one policy.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01752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Similar-sounding but different information creates noise.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5478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info about Drug A and Drug B when you only asked about Drug 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Context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that separates good AI users from great ones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 — Defined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E8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delicate art and science of filling the context window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just the right information for the next step.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Andrej Karpathy, AI researcher (co-founder of OpenAI)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2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“filling the context window” look like in YOUR field?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80000"/>
            <a:ext cx="8229600" cy="3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2809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Chemistry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Don’t paste the whole organic chemistry textbook — provide only the reaction mechanism, reagent properties, and conditions for your specific synthesis question.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2809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Pharmacy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Don’t upload an entire drug monograph — select only the pharmacokinetics and drug interaction sections relevant to your patient case.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2809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Industrial Pharmacy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Don’t include the entire GMP manual — provide only the formulation parameters, excipient specs, and stability data for your tablet coating problem.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2809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Information Management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Don’t dump an entire database schema — provide only the relevant tables, relationships, and sample records for your data retrieval question.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2809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English Literature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Don’t paste an entire novel — provide only the key passages, character details, and thematic excerpts relevant to your literary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on the AI's Desk?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 is a tiny fraction of what the AI processes: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914400" cy="548640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rules ("be helpful", "don't make things up")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229600" cy="5486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914400" cy="548640"/>
          </a:xfrm>
          <a:prstGeom prst="rect">
            <a:avLst/>
          </a:prstGeom>
          <a:solidFill>
            <a:srgbClr val="00A89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84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0848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you've said so far in this chat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8229600" cy="5486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914400" cy="548640"/>
          </a:xfrm>
          <a:prstGeom prst="rect">
            <a:avLst/>
          </a:prstGeom>
          <a:solidFill>
            <a:srgbClr val="02C39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7980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Knowledge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7980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web results, uploaded files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798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8229600" cy="5486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914400" cy="548640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112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Info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tools AI can use (search, calculator, etc.)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5112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224528"/>
            <a:ext cx="914400" cy="548640"/>
          </a:xfrm>
          <a:prstGeom prst="rect">
            <a:avLst/>
          </a:prstGeom>
          <a:solidFill>
            <a:srgbClr val="E07A5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224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Question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42245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you typed right now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4224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 (~5%) competes with everything else for the AI's attention!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C3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Simple Strategies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•  Select  •  Compress  •  Isolate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Strategies to Manage AI's Desk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965960" cy="347472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important info outside the chat so you can bring it back when needed.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291840"/>
            <a:ext cx="1783080" cy="1097280"/>
          </a:xfrm>
          <a:prstGeom prst="rect">
            <a:avLst/>
          </a:prstGeom>
          <a:solidFill>
            <a:srgbClr val="E8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saving notes in a folder instead of memorizing everything.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65960" cy="347472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965960" cy="5943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0972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wisely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give the AI the specific information it needs right now — not everything.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3291840"/>
            <a:ext cx="1783080" cy="1097280"/>
          </a:xfrm>
          <a:prstGeom prst="rect">
            <a:avLst/>
          </a:prstGeom>
          <a:solidFill>
            <a:srgbClr val="E8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51760" y="3383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bringing only chapter 5 to class, not the whole textbook.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097280"/>
            <a:ext cx="1965960" cy="347472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1965960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10972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148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long content before giving it to the AI. Keep only what matters.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291840"/>
            <a:ext cx="1783080" cy="1097280"/>
          </a:xfrm>
          <a:prstGeom prst="rect">
            <a:avLst/>
          </a:prstGeom>
          <a:solidFill>
            <a:srgbClr val="E8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3383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making bullet-point notes from a 30-page article.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1097280"/>
            <a:ext cx="1965960" cy="347472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66560" y="1097280"/>
            <a:ext cx="1965960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10972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372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21488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tasks into smaller chats — each focused on one thing.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3291840"/>
            <a:ext cx="1783080" cy="1097280"/>
          </a:xfrm>
          <a:prstGeom prst="rect">
            <a:avLst/>
          </a:prstGeom>
          <a:solidFill>
            <a:srgbClr val="E8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49440" y="3383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assigning different group members to different sections.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Students Make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207008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Dumping an entire PDF into the prompt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Select only the relevant pages or sections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1984248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892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a summary without providing sources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892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Always paste or upload the actual text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761488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670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AI-generated citations at face value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670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Verify every reference exists and is accurate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538728"/>
            <a:ext cx="365760" cy="365760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447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one long chat for everything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3447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Start a new chat for each distinct task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4315968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224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critical info in the middle of a long prompt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224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Put the most important info at the START or END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Academic Toolkit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packs, grounded prompting, and the T-C-O-Q framework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Source-Grounded Prompting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Use ONLY provided sources. Never let the AI invent, guess, or hallucinate references.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9933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the Source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331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 the actual text — articles, textbook excerpts, lecture notes — into the prompt.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9992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 the 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3337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say: "Use ONLY the following sources. Do not add external information."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0F7F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0050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the Output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4343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claim against the sources you provided. If it's not in your sources, flag it.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Source Pack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bundle of sources you give the AI for a specific task: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280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the AI to 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"Summarize the mechanism of action of Drug X"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5720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ONLY the following sources.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external information."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5720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Block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7432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each source with a label: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 1: Author, Title, Year] ... text ...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45720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Format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4747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Specify: bullet points, paragraph,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or citation format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45720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Prompt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42062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each claim, indicate which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supports it."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8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template works for ANY major — chemistry, pharmacy, literature, or information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Framework: T-C-O-Q-V-L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every AI prompt with these 6 layers: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6888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the AI to 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drug interaction summary table for Aspirin."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50292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1810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68880" y="1810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info, sources, constraints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810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ONLY the attached clinical study excerpt below."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32304"/>
            <a:ext cx="8229600" cy="50292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50292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432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24323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468880" y="24323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format and length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4323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"Format as a table with columns: Drug Pair, Severity, Source."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54096"/>
            <a:ext cx="8229600" cy="50292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054096"/>
            <a:ext cx="502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30540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468880" y="30540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audience, accuracy level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0540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terminology appropriate for 2nd-year pharmacy students."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75888"/>
            <a:ext cx="8229600" cy="50292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675888"/>
            <a:ext cx="502920" cy="50292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97280" y="36758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468880" y="36758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 the output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36758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"List any claims NOT directly supported by the sources."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solidFill>
            <a:srgbClr val="D4A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9728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468880" y="4297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might get wrong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63440" y="4297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"Note: AI may miss rare interactions. Cross-check with database."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B1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+ L are what separate a responsible student from a naive one.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07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Workshop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and build your own source pack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: Build Your Source Pack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 from YOUR major — 30 minutes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ideas by major: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64592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mechanism of a specific reaction (e.g., esterification)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645920" cy="34747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1031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drug interactions for a specific medication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645920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Pharmacy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manufacturing methods for a tablet formulation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645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0175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database design case study from your textbook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645920" cy="347472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4747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specific theme or symbol in a novel you're studying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889717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0690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2-3 sources (textbook sections, articles, lecture notes)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5-part Source Pack template (Task, Constraint, Sources, Output, Verify)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ChatGPT or Claude — then verify the output against your 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a partner for peer review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0" y="2926080"/>
            <a:ext cx="5486400" cy="1645920"/>
          </a:xfrm>
          <a:prstGeom prst="rect">
            <a:avLst/>
          </a:prstGeom>
          <a:solidFill>
            <a:srgbClr val="0A1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learn more?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3832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ByteByteGo: "A Guide to Context Engineering for LLMs"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"Building Effective Agents" (Dec 2024)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NLP: "Lost in the Middle" paper (2023)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9D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ChatGPT, Claude, Gemini — practice with your source packs!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Dr. Wael Rahhal |  AI Training Program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1680</Words>
  <Application>Microsoft Office PowerPoint</Application>
  <PresentationFormat>On-screen Show (16:9)</PresentationFormat>
  <Paragraphs>252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for Students</dc:title>
  <dc:subject>PptxGenJS Presentation</dc:subject>
  <dc:creator>Wael</dc:creator>
  <cp:lastModifiedBy>Wael Rahhal</cp:lastModifiedBy>
  <cp:revision>1</cp:revision>
  <dcterms:created xsi:type="dcterms:W3CDTF">2026-04-11T00:46:06Z</dcterms:created>
  <dcterms:modified xsi:type="dcterms:W3CDTF">2026-04-14T22:25:13Z</dcterms:modified>
</cp:coreProperties>
</file>